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4"/>
    <p:restoredTop sz="94673"/>
  </p:normalViewPr>
  <p:slideViewPr>
    <p:cSldViewPr snapToGrid="0" snapToObjects="1" showGuides="1">
      <p:cViewPr varScale="1">
        <p:scale>
          <a:sx n="136" d="100"/>
          <a:sy n="136" d="100"/>
        </p:scale>
        <p:origin x="240" y="1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6E9B-01ED-2A40-9041-D48C7F3B8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4B2D3-EA7B-AA47-A26B-4C977B85B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3B72-8D1D-BE44-81EE-94E35BC8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C1563-7BAF-E84F-8562-4F900FF2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A421A-7C9B-1444-BC08-7662614F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2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1BB2-F9C9-794C-AD82-2C81F59F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22309-7AA9-B64A-86D2-B47448FA8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90AE6-FE0F-7C4A-960A-65B6EEC7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E25BA-F57F-8F40-AB7B-C6E00D73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314B7-E7D9-F14F-8832-413DFE57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3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196C-8770-644F-9770-B287C2B1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443BF-8D55-1645-B752-512D4C75A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0F2D-A9DC-8246-BFCE-EECB17C7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2495-94D7-A14E-A5F3-5DABC5C1F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C6098-BE2E-7E4C-8113-E2223DCD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9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F7FD-9F43-4A4A-B6ED-F02FF8BF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99B91-5530-2144-A052-DD314EEEC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2C15D-4089-3C47-B5F5-370B3F913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DFC11-C27A-8547-9F28-7FAC6C5E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BB390-2305-A340-9E27-16B75C8C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14EBE-ED96-924F-9BCB-B4301382A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3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8132-1214-B841-96B8-5E6A60F0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0CBD9-492C-5746-98DA-A725A1218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1940D-2C56-0545-818B-BDCC15CAF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BBC1B-FB4D-1F4C-A759-10C755A8A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27418-D5EF-0849-A0DB-467202712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8EB15B-3C6A-2046-98FD-CB55E7EC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07C6D-BB38-1F45-9997-29A6D2E2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A9D69-745A-3740-ACFD-4EFDFC3E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7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7039-90A2-0B46-A7CD-BAAC234DF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01C9D-59B6-5341-86CE-C70FF1FE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68407-60DC-FC4B-8F83-337442C5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B9F26-2B07-024E-9310-92F06732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9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5FBD8-09F3-5449-95C2-6C22E731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A4984-FD79-BA48-88A6-ABEFAEDB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4F13E-45B9-134F-8649-AC15E768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8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3D78-7557-934D-B83D-466A7CD2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BE45-286D-724F-877F-3BB78AD7A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11DF2-BD2B-1B41-A603-EA140FCA9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A175-5253-5E40-A9EE-F2F73131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EF646-BC74-9E49-B36E-7EDA1095C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6B7A6-1353-6549-A3C0-C4E1A4E1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1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99B4-58E3-144C-A18F-EC10A2AA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C0A84-B27A-4D41-93B1-AE7342FC8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3C590-7C56-0F4A-9429-54D8637F3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632C0-B8AE-F441-8FE1-D64F5B23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546FF-C57F-BC4B-B3C9-AFF37A4C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016E8-9B22-204E-87FB-FC2AD8A9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2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17B9-9788-E241-BB9B-014B7F24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BE3DE-B1B6-C545-ADE0-7B55BCEEE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2BD14-BFAF-5843-901B-EDEE7584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5C4B9-9E99-ED4B-82CB-51AA9EF6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00648-ADC3-7746-932E-6C497D73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2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014AB-FA93-2946-A5F4-D32937EF7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3B8A4-9683-214C-8238-CB7D0313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E6A1A-95DE-EF4B-A56C-27D736AB7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03FB-034C-194F-9704-AE2291AAA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A0933-C904-5144-A827-4AA55548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0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27E90-8372-3E4A-BB4F-A82C27FCE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5FC1D-32C6-4A48-8B51-E211F8037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12D9-2CD5-024B-82C2-45C38925D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57534-DFEC-7244-97A3-81100055AD4D}" type="datetimeFigureOut">
              <a:rPr lang="en-US" smtClean="0"/>
              <a:t>12/20/21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3381-818F-8441-9940-01E568310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BF0D7-8F80-2849-BFF5-785E6656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CFB4C-036D-884B-9A2F-8C83B82E1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5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EB90-D31C-E148-8EDE-0382377B0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3E14E-E9AA-AC4F-BB46-1ADC49E3F8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A068C8-46C5-8842-8E61-28A182F00B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1C3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0A54D-6D0A-294C-BA0A-24FF64012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22" y="239713"/>
            <a:ext cx="9740900" cy="1765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E336D7-6ED2-5249-BFD7-85309B1B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22" y="2546350"/>
            <a:ext cx="7327900" cy="1765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A9023E-B1BA-534B-8FDE-756BF0DB9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22" y="4683406"/>
            <a:ext cx="2000937" cy="16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23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7CD70A-5AAF-DF4B-90FB-F9E8B6B0F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22" y="4345756"/>
            <a:ext cx="2699935" cy="21996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3ECF14-1120-7241-A80A-C22059E1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22" y="2414374"/>
            <a:ext cx="7327900" cy="176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83405C-CE97-9440-9366-A1A9CA538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22" y="312591"/>
            <a:ext cx="97409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47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Moody</dc:creator>
  <cp:lastModifiedBy>Colin Moody</cp:lastModifiedBy>
  <cp:revision>2</cp:revision>
  <dcterms:created xsi:type="dcterms:W3CDTF">2021-12-20T13:26:04Z</dcterms:created>
  <dcterms:modified xsi:type="dcterms:W3CDTF">2021-12-20T13:30:19Z</dcterms:modified>
</cp:coreProperties>
</file>
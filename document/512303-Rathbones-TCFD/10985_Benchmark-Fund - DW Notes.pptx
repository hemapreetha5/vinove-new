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45_7B6C77CD.xml" ContentType="application/vnd.ms-powerpoint.comments+xml"/>
  <Override PartName="/ppt/notesSlides/notesSlide3.xml" ContentType="application/vnd.openxmlformats-officedocument.presentationml.notesSlide+xml"/>
  <Override PartName="/ppt/comments/modernComment_148_3EF345C8.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1"/>
  </p:sldMasterIdLst>
  <p:notesMasterIdLst>
    <p:notesMasterId r:id="rId18"/>
  </p:notesMasterIdLst>
  <p:sldIdLst>
    <p:sldId id="256" r:id="rId12"/>
    <p:sldId id="325" r:id="rId13"/>
    <p:sldId id="328" r:id="rId14"/>
    <p:sldId id="326" r:id="rId15"/>
    <p:sldId id="327" r:id="rId16"/>
    <p:sldId id="324" r:id="rId17"/>
  </p:sldIdLst>
  <p:sldSz cx="9906000" cy="6858000" type="A4"/>
  <p:notesSz cx="6858000" cy="9144000"/>
  <p:custDataLst>
    <p:custData r:id="rId4"/>
    <p:custData r:id="rId5"/>
    <p:custData r:id="rId6"/>
    <p:custData r:id="rId7"/>
    <p:custData r:id="rId8"/>
    <p:custData r:id="rId10"/>
    <p:custData r:id="rId9"/>
  </p:custDataLst>
  <p:defaultTextStyle>
    <a:defPPr>
      <a:defRPr lang="en-US"/>
    </a:defPPr>
    <a:lvl1pPr marL="0" algn="l" defTabSz="736216" rtl="0" eaLnBrk="1" latinLnBrk="0" hangingPunct="1">
      <a:defRPr sz="1449" kern="1200">
        <a:solidFill>
          <a:schemeClr val="tx1"/>
        </a:solidFill>
        <a:latin typeface="+mn-lt"/>
        <a:ea typeface="+mn-ea"/>
        <a:cs typeface="+mn-cs"/>
      </a:defRPr>
    </a:lvl1pPr>
    <a:lvl2pPr marL="368108" algn="l" defTabSz="736216" rtl="0" eaLnBrk="1" latinLnBrk="0" hangingPunct="1">
      <a:defRPr sz="1449" kern="1200">
        <a:solidFill>
          <a:schemeClr val="tx1"/>
        </a:solidFill>
        <a:latin typeface="+mn-lt"/>
        <a:ea typeface="+mn-ea"/>
        <a:cs typeface="+mn-cs"/>
      </a:defRPr>
    </a:lvl2pPr>
    <a:lvl3pPr marL="736216" algn="l" defTabSz="736216" rtl="0" eaLnBrk="1" latinLnBrk="0" hangingPunct="1">
      <a:defRPr sz="1449" kern="1200">
        <a:solidFill>
          <a:schemeClr val="tx1"/>
        </a:solidFill>
        <a:latin typeface="+mn-lt"/>
        <a:ea typeface="+mn-ea"/>
        <a:cs typeface="+mn-cs"/>
      </a:defRPr>
    </a:lvl3pPr>
    <a:lvl4pPr marL="1104324" algn="l" defTabSz="736216" rtl="0" eaLnBrk="1" latinLnBrk="0" hangingPunct="1">
      <a:defRPr sz="1449" kern="1200">
        <a:solidFill>
          <a:schemeClr val="tx1"/>
        </a:solidFill>
        <a:latin typeface="+mn-lt"/>
        <a:ea typeface="+mn-ea"/>
        <a:cs typeface="+mn-cs"/>
      </a:defRPr>
    </a:lvl4pPr>
    <a:lvl5pPr marL="1472434" algn="l" defTabSz="736216" rtl="0" eaLnBrk="1" latinLnBrk="0" hangingPunct="1">
      <a:defRPr sz="1449" kern="1200">
        <a:solidFill>
          <a:schemeClr val="tx1"/>
        </a:solidFill>
        <a:latin typeface="+mn-lt"/>
        <a:ea typeface="+mn-ea"/>
        <a:cs typeface="+mn-cs"/>
      </a:defRPr>
    </a:lvl5pPr>
    <a:lvl6pPr marL="1840542" algn="l" defTabSz="736216" rtl="0" eaLnBrk="1" latinLnBrk="0" hangingPunct="1">
      <a:defRPr sz="1449" kern="1200">
        <a:solidFill>
          <a:schemeClr val="tx1"/>
        </a:solidFill>
        <a:latin typeface="+mn-lt"/>
        <a:ea typeface="+mn-ea"/>
        <a:cs typeface="+mn-cs"/>
      </a:defRPr>
    </a:lvl6pPr>
    <a:lvl7pPr marL="2208650" algn="l" defTabSz="736216" rtl="0" eaLnBrk="1" latinLnBrk="0" hangingPunct="1">
      <a:defRPr sz="1449" kern="1200">
        <a:solidFill>
          <a:schemeClr val="tx1"/>
        </a:solidFill>
        <a:latin typeface="+mn-lt"/>
        <a:ea typeface="+mn-ea"/>
        <a:cs typeface="+mn-cs"/>
      </a:defRPr>
    </a:lvl7pPr>
    <a:lvl8pPr marL="2576758" algn="l" defTabSz="736216" rtl="0" eaLnBrk="1" latinLnBrk="0" hangingPunct="1">
      <a:defRPr sz="1449" kern="1200">
        <a:solidFill>
          <a:schemeClr val="tx1"/>
        </a:solidFill>
        <a:latin typeface="+mn-lt"/>
        <a:ea typeface="+mn-ea"/>
        <a:cs typeface="+mn-cs"/>
      </a:defRPr>
    </a:lvl8pPr>
    <a:lvl9pPr marL="2944866" algn="l" defTabSz="736216" rtl="0" eaLnBrk="1" latinLnBrk="0" hangingPunct="1">
      <a:defRPr sz="14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4" userDrawn="1">
          <p15:clr>
            <a:srgbClr val="A4A3A4"/>
          </p15:clr>
        </p15:guide>
        <p15:guide id="2" orient="horz" pos="2704" userDrawn="1">
          <p15:clr>
            <a:srgbClr val="A4A3A4"/>
          </p15:clr>
        </p15:guide>
        <p15:guide id="3" orient="horz" pos="2636" userDrawn="1">
          <p15:clr>
            <a:srgbClr val="A4A3A4"/>
          </p15:clr>
        </p15:guide>
        <p15:guide id="4" orient="horz" pos="2772" userDrawn="1">
          <p15:clr>
            <a:srgbClr val="A4A3A4"/>
          </p15:clr>
        </p15:guide>
        <p15:guide id="5" pos="155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7F7142-DC49-09BF-F665-FEC5340346B2}" name="Aditya Apte" initials="AA" userId="S::Aditya.Apte@fefundinfo.com::67279b66-6107-4d17-8c9e-556f4c90bc87" providerId="AD"/>
  <p188:author id="{1AD5EFFE-960D-49D7-70CA-E555A59FDA2E}" name="Darren Wallace" initials="DW" userId="S::Darren.Wallace@rathbones.com::6d8fb4ef-c552-49d8-9816-8fe10906804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CF0"/>
    <a:srgbClr val="E6E8EC"/>
    <a:srgbClr val="E6E7E9"/>
    <a:srgbClr val="EAF7F8"/>
    <a:srgbClr val="F6F1EE"/>
    <a:srgbClr val="F8F7F6"/>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6FCDE-1ABD-49BC-9A00-51035EE6FA1A}" v="3" dt="2025-07-03T09:52:45.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8" autoAdjust="0"/>
    <p:restoredTop sz="94690"/>
  </p:normalViewPr>
  <p:slideViewPr>
    <p:cSldViewPr snapToGrid="0" snapToObjects="1">
      <p:cViewPr varScale="1">
        <p:scale>
          <a:sx n="89" d="100"/>
          <a:sy n="89" d="100"/>
        </p:scale>
        <p:origin x="106" y="514"/>
      </p:cViewPr>
      <p:guideLst>
        <p:guide orient="horz" pos="1684"/>
        <p:guide orient="horz" pos="2704"/>
        <p:guide orient="horz" pos="2636"/>
        <p:guide orient="horz" pos="2772"/>
        <p:guide pos="1555"/>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2.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slide" Target="slides/slide1.xml"/><Relationship Id="rId17" Type="http://schemas.openxmlformats.org/officeDocument/2006/relationships/slide" Target="slides/slide6.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1.xml"/><Relationship Id="rId24"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4.xml"/><Relationship Id="rId23" Type="http://schemas.microsoft.com/office/2016/11/relationships/changesInfo" Target="changesInfos/changesInfo1.xml"/><Relationship Id="rId10" Type="http://schemas.openxmlformats.org/officeDocument/2006/relationships/customXml" Target="../customXml/item10.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Apte" userId="67279b66-6107-4d17-8c9e-556f4c90bc87" providerId="ADAL" clId="{0786FCDE-1ABD-49BC-9A00-51035EE6FA1A}"/>
    <pc:docChg chg="modSld">
      <pc:chgData name="Aditya Apte" userId="67279b66-6107-4d17-8c9e-556f4c90bc87" providerId="ADAL" clId="{0786FCDE-1ABD-49BC-9A00-51035EE6FA1A}" dt="2025-07-03T09:52:45.984" v="22"/>
      <pc:docMkLst>
        <pc:docMk/>
      </pc:docMkLst>
      <pc:sldChg chg="modSp mod">
        <pc:chgData name="Aditya Apte" userId="67279b66-6107-4d17-8c9e-556f4c90bc87" providerId="ADAL" clId="{0786FCDE-1ABD-49BC-9A00-51035EE6FA1A}" dt="2025-07-03T09:52:45.984" v="22"/>
        <pc:sldMkLst>
          <pc:docMk/>
          <pc:sldMk cId="2070706125" sldId="325"/>
        </pc:sldMkLst>
        <pc:graphicFrameChg chg="mod modGraphic">
          <ac:chgData name="Aditya Apte" userId="67279b66-6107-4d17-8c9e-556f4c90bc87" providerId="ADAL" clId="{0786FCDE-1ABD-49BC-9A00-51035EE6FA1A}" dt="2025-07-03T09:52:37.956" v="20"/>
          <ac:graphicFrameMkLst>
            <pc:docMk/>
            <pc:sldMk cId="2070706125" sldId="325"/>
            <ac:graphicFrameMk id="14" creationId="{FE54CA14-D485-B49A-1D80-3BE50C9988DF}"/>
          </ac:graphicFrameMkLst>
        </pc:graphicFrameChg>
        <pc:graphicFrameChg chg="mod modGraphic">
          <ac:chgData name="Aditya Apte" userId="67279b66-6107-4d17-8c9e-556f4c90bc87" providerId="ADAL" clId="{0786FCDE-1ABD-49BC-9A00-51035EE6FA1A}" dt="2025-07-03T09:52:45.984" v="22"/>
          <ac:graphicFrameMkLst>
            <pc:docMk/>
            <pc:sldMk cId="2070706125" sldId="325"/>
            <ac:graphicFrameMk id="15" creationId="{C1E88CEF-BD6A-07E6-04D2-8FB6DAEFF398}"/>
          </ac:graphicFrameMkLst>
        </pc:graphicFrameChg>
      </pc:sldChg>
    </pc:docChg>
  </pc:docChgLst>
</pc:chgInfo>
</file>

<file path=ppt/comments/modernComment_145_7B6C77CD.xml><?xml version="1.0" encoding="utf-8"?>
<p188:cmLst xmlns:a="http://schemas.openxmlformats.org/drawingml/2006/main" xmlns:r="http://schemas.openxmlformats.org/officeDocument/2006/relationships" xmlns:p188="http://schemas.microsoft.com/office/powerpoint/2018/8/main">
  <p188:cm id="{A10E3938-19C6-41C9-A25E-B5729DEBD9BB}" authorId="{747F7142-DC49-09BF-F665-FEC5340346B2}" created="2025-07-03T09:45:10.136">
    <ac:txMkLst xmlns:ac="http://schemas.microsoft.com/office/drawing/2013/main/command">
      <pc:docMk xmlns:pc="http://schemas.microsoft.com/office/powerpoint/2013/main/command"/>
      <pc:sldMk xmlns:pc="http://schemas.microsoft.com/office/powerpoint/2013/main/command" cId="2070706125" sldId="325"/>
      <ac:graphicFrameMk id="14" creationId="{FE54CA14-D485-B49A-1D80-3BE50C9988DF}"/>
      <ac:tblMk/>
      <ac:tcMk rowId="199736773" colId="1960428757"/>
      <ac:txMk cp="0" len="26">
        <ac:context len="27" hash="2190664686"/>
      </ac:txMk>
    </ac:txMkLst>
    <p188:pos x="1021210" y="1319586"/>
    <p188:txBody>
      <a:bodyPr/>
      <a:lstStyle/>
      <a:p>
        <a:r>
          <a:rPr lang="en-GB"/>
          <a:t>ESG: WACI S12 Corporate
Static: Tonnes CO&lt;sub&gt;2&lt;/sub&gt;e/£M sales</a:t>
        </a:r>
      </a:p>
    </p188:txBody>
  </p188:cm>
  <p188:cm id="{E59E831B-0D94-4236-ABE2-4DE6683EFC5B}" authorId="{747F7142-DC49-09BF-F665-FEC5340346B2}" created="2025-07-03T09:47:04.771">
    <ac:txMkLst xmlns:ac="http://schemas.microsoft.com/office/drawing/2013/main/command">
      <pc:docMk xmlns:pc="http://schemas.microsoft.com/office/powerpoint/2013/main/command"/>
      <pc:sldMk xmlns:pc="http://schemas.microsoft.com/office/powerpoint/2013/main/command" cId="2070706125" sldId="325"/>
      <ac:graphicFrameMk id="14" creationId="{FE54CA14-D485-B49A-1D80-3BE50C9988DF}"/>
      <ac:tblMk/>
      <ac:tcMk rowId="989436954" colId="1960428757"/>
      <ac:txMk cp="0" len="18">
        <ac:context len="19" hash="4003087824"/>
      </ac:txMk>
    </ac:txMkLst>
    <p188:pos x="995330" y="2018326"/>
    <p188:txBody>
      <a:bodyPr/>
      <a:lstStyle/>
      <a:p>
        <a:r>
          <a:rPr lang="en-GB"/>
          <a:t>Composite: WACI Coverage S12 Corporate
Data: 
Data coverage: = #Portfolio.Overall.MSCI.Carbon.CarbonEmissions.CorporateEmissions.CorporateWeightedAverageCarbonIntensitySalesScope12.Coverage# </a:t>
        </a:r>
      </a:p>
    </p188:txBody>
  </p188:cm>
  <p188:cm id="{745786C6-932B-488A-9110-47F46A0F23F2}" authorId="{747F7142-DC49-09BF-F665-FEC5340346B2}" created="2025-07-03T09:48:11.233">
    <ac:txMkLst xmlns:ac="http://schemas.microsoft.com/office/drawing/2013/main/command">
      <pc:docMk xmlns:pc="http://schemas.microsoft.com/office/powerpoint/2013/main/command"/>
      <pc:sldMk xmlns:pc="http://schemas.microsoft.com/office/powerpoint/2013/main/command" cId="2070706125" sldId="325"/>
      <ac:graphicFrameMk id="14" creationId="{FE54CA14-D485-B49A-1D80-3BE50C9988DF}"/>
      <ac:tblMk/>
      <ac:tcMk rowId="199736773" colId="1870137346"/>
      <ac:txMk cp="0" len="26">
        <ac:context len="27" hash="3296821236"/>
      </ac:txMk>
    </ac:txMkLst>
    <p188:pos x="2168523" y="1319586"/>
    <p188:txBody>
      <a:bodyPr/>
      <a:lstStyle/>
      <a:p>
        <a:r>
          <a:rPr lang="en-GB"/>
          <a:t>WACI S12 Corporate BM
Static: Tonnes CO&lt;sub&gt;2&lt;/sub&gt;e/£M sales</a:t>
        </a:r>
      </a:p>
    </p188:txBody>
  </p188:cm>
  <p188:cm id="{C010E9F5-4845-4755-92FF-DEF24AE2F362}" authorId="{747F7142-DC49-09BF-F665-FEC5340346B2}" created="2025-07-03T10:32:20.247">
    <ac:txMkLst xmlns:ac="http://schemas.microsoft.com/office/drawing/2013/main/command">
      <pc:docMk xmlns:pc="http://schemas.microsoft.com/office/powerpoint/2013/main/command"/>
      <pc:sldMk xmlns:pc="http://schemas.microsoft.com/office/powerpoint/2013/main/command" cId="2070706125" sldId="325"/>
      <ac:graphicFrameMk id="14" creationId="{FE54CA14-D485-B49A-1D80-3BE50C9988DF}"/>
      <ac:tblMk/>
      <ac:tcMk rowId="989436954" colId="1870137346"/>
      <ac:txMk cp="0" len="21">
        <ac:context len="22" hash="3621111451"/>
      </ac:txMk>
    </ac:txMkLst>
    <p188:pos x="2203028" y="2018326"/>
    <p188:txBody>
      <a:bodyPr/>
      <a:lstStyle/>
      <a:p>
        <a:r>
          <a:rPr lang="en-GB"/>
          <a:t>Composite Fields: RBBenchmarkName
Data: 
Benchmark name: #RBBenchmarkName#
Composite Fields:WACI Coverage S12 Corporate Benchmark
Data:
Benchmark Data coverage: #Benchmarks.[x].Overall.MSCI.Carbon.CarbonEmissions.CorporateEmissions.CorporateWeightedAverageCarbonIntensitySalesScope12.Coverage#</a:t>
        </a:r>
      </a:p>
    </p188:txBody>
  </p188:cm>
</p188:cmLst>
</file>

<file path=ppt/comments/modernComment_148_3EF345C8.xml><?xml version="1.0" encoding="utf-8"?>
<p188:cmLst xmlns:a="http://schemas.openxmlformats.org/drawingml/2006/main" xmlns:r="http://schemas.openxmlformats.org/officeDocument/2006/relationships" xmlns:p188="http://schemas.microsoft.com/office/powerpoint/2018/8/main">
  <p188:cm id="{F62310AD-426D-4350-978D-25378D8C8638}" authorId="{747F7142-DC49-09BF-F665-FEC5340346B2}" created="2025-07-03T14:59:26.369">
    <ac:txMkLst xmlns:ac="http://schemas.microsoft.com/office/drawing/2013/main/command">
      <pc:docMk xmlns:pc="http://schemas.microsoft.com/office/powerpoint/2013/main/command"/>
      <pc:sldMk xmlns:pc="http://schemas.microsoft.com/office/powerpoint/2013/main/command" cId="1056130504" sldId="328"/>
      <ac:graphicFrameMk id="16" creationId="{41BB64E2-76CF-6F48-4DFE-5EEA27A3FF85}"/>
      <ac:tblMk/>
      <ac:tcMk rowId="199736773" colId="1960428757"/>
      <ac:txMk cp="6" len="11">
        <ac:context len="18" hash="222646261"/>
      </ac:txMk>
    </ac:txMkLst>
    <p188:pos x="969451" y="1596058"/>
    <p188:txBody>
      <a:bodyPr/>
      <a:lstStyle/>
      <a:p>
        <a:r>
          <a:rPr lang="en-GB"/>
          <a:t>Static: Tonnes CO&lt;sub&gt;2&lt;/sub&gt;e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B5B00-1866-4336-A0AD-0E4C57F16952}" type="datetimeFigureOut">
              <a:rPr lang="en-GB" smtClean="0"/>
              <a:t>03/07/2025</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E2218-DA8F-4363-9035-72E6A56021B0}" type="slidenum">
              <a:rPr lang="en-GB" smtClean="0"/>
              <a:t>‹#›</a:t>
            </a:fld>
            <a:endParaRPr lang="en-GB"/>
          </a:p>
        </p:txBody>
      </p:sp>
    </p:spTree>
    <p:extLst>
      <p:ext uri="{BB962C8B-B14F-4D97-AF65-F5344CB8AC3E}">
        <p14:creationId xmlns:p14="http://schemas.microsoft.com/office/powerpoint/2010/main" val="415582981"/>
      </p:ext>
    </p:extLst>
  </p:cSld>
  <p:clrMap bg1="lt1" tx1="dk1" bg2="lt2" tx2="dk2" accent1="accent1" accent2="accent2" accent3="accent3" accent4="accent4" accent5="accent5" accent6="accent6" hlink="hlink" folHlink="folHlink"/>
  <p:notesStyle>
    <a:lvl1pPr marL="0" algn="l" defTabSz="368127" rtl="0" eaLnBrk="1" latinLnBrk="0" hangingPunct="1">
      <a:defRPr sz="483" kern="1200">
        <a:solidFill>
          <a:schemeClr val="tx1"/>
        </a:solidFill>
        <a:latin typeface="+mn-lt"/>
        <a:ea typeface="+mn-ea"/>
        <a:cs typeface="+mn-cs"/>
      </a:defRPr>
    </a:lvl1pPr>
    <a:lvl2pPr marL="184064" algn="l" defTabSz="368127" rtl="0" eaLnBrk="1" latinLnBrk="0" hangingPunct="1">
      <a:defRPr sz="483" kern="1200">
        <a:solidFill>
          <a:schemeClr val="tx1"/>
        </a:solidFill>
        <a:latin typeface="+mn-lt"/>
        <a:ea typeface="+mn-ea"/>
        <a:cs typeface="+mn-cs"/>
      </a:defRPr>
    </a:lvl2pPr>
    <a:lvl3pPr marL="368127" algn="l" defTabSz="368127" rtl="0" eaLnBrk="1" latinLnBrk="0" hangingPunct="1">
      <a:defRPr sz="483" kern="1200">
        <a:solidFill>
          <a:schemeClr val="tx1"/>
        </a:solidFill>
        <a:latin typeface="+mn-lt"/>
        <a:ea typeface="+mn-ea"/>
        <a:cs typeface="+mn-cs"/>
      </a:defRPr>
    </a:lvl3pPr>
    <a:lvl4pPr marL="552190" algn="l" defTabSz="368127" rtl="0" eaLnBrk="1" latinLnBrk="0" hangingPunct="1">
      <a:defRPr sz="483" kern="1200">
        <a:solidFill>
          <a:schemeClr val="tx1"/>
        </a:solidFill>
        <a:latin typeface="+mn-lt"/>
        <a:ea typeface="+mn-ea"/>
        <a:cs typeface="+mn-cs"/>
      </a:defRPr>
    </a:lvl4pPr>
    <a:lvl5pPr marL="736254" algn="l" defTabSz="368127" rtl="0" eaLnBrk="1" latinLnBrk="0" hangingPunct="1">
      <a:defRPr sz="483" kern="1200">
        <a:solidFill>
          <a:schemeClr val="tx1"/>
        </a:solidFill>
        <a:latin typeface="+mn-lt"/>
        <a:ea typeface="+mn-ea"/>
        <a:cs typeface="+mn-cs"/>
      </a:defRPr>
    </a:lvl5pPr>
    <a:lvl6pPr marL="920318" algn="l" defTabSz="368127" rtl="0" eaLnBrk="1" latinLnBrk="0" hangingPunct="1">
      <a:defRPr sz="483" kern="1200">
        <a:solidFill>
          <a:schemeClr val="tx1"/>
        </a:solidFill>
        <a:latin typeface="+mn-lt"/>
        <a:ea typeface="+mn-ea"/>
        <a:cs typeface="+mn-cs"/>
      </a:defRPr>
    </a:lvl6pPr>
    <a:lvl7pPr marL="1104380" algn="l" defTabSz="368127" rtl="0" eaLnBrk="1" latinLnBrk="0" hangingPunct="1">
      <a:defRPr sz="483" kern="1200">
        <a:solidFill>
          <a:schemeClr val="tx1"/>
        </a:solidFill>
        <a:latin typeface="+mn-lt"/>
        <a:ea typeface="+mn-ea"/>
        <a:cs typeface="+mn-cs"/>
      </a:defRPr>
    </a:lvl7pPr>
    <a:lvl8pPr marL="1288443" algn="l" defTabSz="368127" rtl="0" eaLnBrk="1" latinLnBrk="0" hangingPunct="1">
      <a:defRPr sz="483" kern="1200">
        <a:solidFill>
          <a:schemeClr val="tx1"/>
        </a:solidFill>
        <a:latin typeface="+mn-lt"/>
        <a:ea typeface="+mn-ea"/>
        <a:cs typeface="+mn-cs"/>
      </a:defRPr>
    </a:lvl8pPr>
    <a:lvl9pPr marL="1472507" algn="l" defTabSz="368127" rtl="0" eaLnBrk="1" latinLnBrk="0" hangingPunct="1">
      <a:defRPr sz="4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49E2218-DA8F-4363-9035-72E6A56021B0}" type="slidenum">
              <a:rPr lang="en-GB" smtClean="0"/>
              <a:t>1</a:t>
            </a:fld>
            <a:endParaRPr lang="en-GB"/>
          </a:p>
        </p:txBody>
      </p:sp>
    </p:spTree>
    <p:extLst>
      <p:ext uri="{BB962C8B-B14F-4D97-AF65-F5344CB8AC3E}">
        <p14:creationId xmlns:p14="http://schemas.microsoft.com/office/powerpoint/2010/main" val="259930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49E2218-DA8F-4363-9035-72E6A56021B0}" type="slidenum">
              <a:rPr lang="en-GB" smtClean="0"/>
              <a:t>2</a:t>
            </a:fld>
            <a:endParaRPr lang="en-GB"/>
          </a:p>
        </p:txBody>
      </p:sp>
    </p:spTree>
    <p:extLst>
      <p:ext uri="{BB962C8B-B14F-4D97-AF65-F5344CB8AC3E}">
        <p14:creationId xmlns:p14="http://schemas.microsoft.com/office/powerpoint/2010/main" val="3285608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7BE5E-F86D-028E-0EE4-9A396E4D5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57641-6489-DD3D-C08B-98B54F0F0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97B4F-DD61-D4C6-68E2-7D099648E9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E25F8F0-7035-99A2-72AF-7A8F6ABF35FB}"/>
              </a:ext>
            </a:extLst>
          </p:cNvPr>
          <p:cNvSpPr>
            <a:spLocks noGrp="1"/>
          </p:cNvSpPr>
          <p:nvPr>
            <p:ph type="sldNum" sz="quarter" idx="5"/>
          </p:nvPr>
        </p:nvSpPr>
        <p:spPr/>
        <p:txBody>
          <a:bodyPr/>
          <a:lstStyle/>
          <a:p>
            <a:fld id="{F49E2218-DA8F-4363-9035-72E6A56021B0}" type="slidenum">
              <a:rPr lang="en-GB" smtClean="0"/>
              <a:t>3</a:t>
            </a:fld>
            <a:endParaRPr lang="en-GB"/>
          </a:p>
        </p:txBody>
      </p:sp>
    </p:spTree>
    <p:extLst>
      <p:ext uri="{BB962C8B-B14F-4D97-AF65-F5344CB8AC3E}">
        <p14:creationId xmlns:p14="http://schemas.microsoft.com/office/powerpoint/2010/main" val="1838489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49E2218-DA8F-4363-9035-72E6A56021B0}" type="slidenum">
              <a:rPr lang="en-GB" smtClean="0"/>
              <a:t>4</a:t>
            </a:fld>
            <a:endParaRPr lang="en-GB"/>
          </a:p>
        </p:txBody>
      </p:sp>
    </p:spTree>
    <p:extLst>
      <p:ext uri="{BB962C8B-B14F-4D97-AF65-F5344CB8AC3E}">
        <p14:creationId xmlns:p14="http://schemas.microsoft.com/office/powerpoint/2010/main" val="3293942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49E2218-DA8F-4363-9035-72E6A56021B0}" type="slidenum">
              <a:rPr lang="en-GB" smtClean="0"/>
              <a:t>5</a:t>
            </a:fld>
            <a:endParaRPr lang="en-GB"/>
          </a:p>
        </p:txBody>
      </p:sp>
    </p:spTree>
    <p:extLst>
      <p:ext uri="{BB962C8B-B14F-4D97-AF65-F5344CB8AC3E}">
        <p14:creationId xmlns:p14="http://schemas.microsoft.com/office/powerpoint/2010/main" val="1100183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1075" y="1241425"/>
            <a:ext cx="4835525" cy="3349625"/>
          </a:xfrm>
        </p:spPr>
      </p:sp>
      <p:sp>
        <p:nvSpPr>
          <p:cNvPr id="3" name="Notes Placeholder 2"/>
          <p:cNvSpPr>
            <a:spLocks noGrp="1"/>
          </p:cNvSpPr>
          <p:nvPr>
            <p:ph type="body" idx="1"/>
          </p:nvPr>
        </p:nvSpPr>
        <p:spPr/>
        <p:txBody>
          <a:bodyPr/>
          <a:lstStyle/>
          <a:p>
            <a:pPr marL="0" marR="0" lvl="0" indent="0" algn="l" defTabSz="368127" rtl="0" eaLnBrk="1" fontAlgn="auto" latinLnBrk="0" hangingPunct="1">
              <a:lnSpc>
                <a:spcPct val="100000"/>
              </a:lnSpc>
              <a:spcBef>
                <a:spcPts val="0"/>
              </a:spcBef>
              <a:spcAft>
                <a:spcPts val="0"/>
              </a:spcAft>
              <a:buClrTx/>
              <a:buSzTx/>
              <a:buFontTx/>
              <a:buNone/>
              <a:tabLst/>
              <a:defRPr/>
            </a:pPr>
            <a:r>
              <a:rPr lang="en-GB" sz="700" b="0" i="0" kern="1200" dirty="0">
                <a:solidFill>
                  <a:schemeClr val="bg2">
                    <a:lumMod val="50000"/>
                  </a:schemeClr>
                </a:solidFill>
                <a:latin typeface="+mn-lt"/>
                <a:ea typeface="+mn-ea"/>
                <a:cs typeface="Arial" panose="020B0604020202020204" pitchFamily="34" charset="0"/>
              </a:rPr>
              <a:t>Updated: January 2024 (copyright date).</a:t>
            </a:r>
          </a:p>
          <a:p>
            <a:endParaRPr lang="en-GB" dirty="0"/>
          </a:p>
        </p:txBody>
      </p:sp>
      <p:sp>
        <p:nvSpPr>
          <p:cNvPr id="4" name="Slide Number Placeholder 3"/>
          <p:cNvSpPr>
            <a:spLocks noGrp="1"/>
          </p:cNvSpPr>
          <p:nvPr>
            <p:ph type="sldNum" sz="quarter" idx="5"/>
          </p:nvPr>
        </p:nvSpPr>
        <p:spPr/>
        <p:txBody>
          <a:bodyPr/>
          <a:lstStyle/>
          <a:p>
            <a:fld id="{F49E2218-DA8F-4363-9035-72E6A56021B0}" type="slidenum">
              <a:rPr lang="en-GB" smtClean="0"/>
              <a:t>6</a:t>
            </a:fld>
            <a:endParaRPr lang="en-GB" dirty="0"/>
          </a:p>
        </p:txBody>
      </p:sp>
    </p:spTree>
    <p:extLst>
      <p:ext uri="{BB962C8B-B14F-4D97-AF65-F5344CB8AC3E}">
        <p14:creationId xmlns:p14="http://schemas.microsoft.com/office/powerpoint/2010/main" val="38606778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238250" y="2995724"/>
            <a:ext cx="7429500" cy="886718"/>
          </a:xfrm>
        </p:spPr>
        <p:txBody>
          <a:bodyPr anchor="ctr"/>
          <a:lstStyle>
            <a:lvl1pPr algn="ctr">
              <a:lnSpc>
                <a:spcPct val="90000"/>
              </a:lnSpc>
              <a:defRPr sz="32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hasCustomPrompt="1"/>
          </p:nvPr>
        </p:nvSpPr>
        <p:spPr>
          <a:xfrm>
            <a:off x="233796" y="5966663"/>
            <a:ext cx="3795939" cy="307777"/>
          </a:xfrm>
        </p:spPr>
        <p:txBody>
          <a:bodyPr anchor="b"/>
          <a:lstStyle>
            <a:lvl1pPr marL="0" indent="0" algn="l">
              <a:lnSpc>
                <a:spcPct val="100000"/>
              </a:lnSpc>
              <a:buNone/>
              <a:defRPr sz="1000" b="0" i="0" spc="-27" baseline="0">
                <a:solidFill>
                  <a:schemeClr val="bg1"/>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dirty="0"/>
              <a:t>Click to edit </a:t>
            </a:r>
            <a:br>
              <a:rPr lang="en-US" dirty="0"/>
            </a:br>
            <a:r>
              <a:rPr lang="en-US" dirty="0"/>
              <a:t>Master subtitle style</a:t>
            </a:r>
          </a:p>
        </p:txBody>
      </p:sp>
      <p:sp>
        <p:nvSpPr>
          <p:cNvPr id="9" name="Text Placeholder 7">
            <a:extLst>
              <a:ext uri="{FF2B5EF4-FFF2-40B4-BE49-F238E27FC236}">
                <a16:creationId xmlns:a16="http://schemas.microsoft.com/office/drawing/2014/main" id="{CE1FD1E6-E0CA-1522-8262-4F23F417D21B}"/>
              </a:ext>
            </a:extLst>
          </p:cNvPr>
          <p:cNvSpPr>
            <a:spLocks noGrp="1"/>
          </p:cNvSpPr>
          <p:nvPr>
            <p:ph type="body" sz="quarter" idx="14" hasCustomPrompt="1"/>
          </p:nvPr>
        </p:nvSpPr>
        <p:spPr>
          <a:xfrm>
            <a:off x="233742" y="6368199"/>
            <a:ext cx="3795940" cy="276101"/>
          </a:xfrm>
        </p:spPr>
        <p:txBody>
          <a:bodyPr anchor="b"/>
          <a:lstStyle>
            <a:lvl1pPr>
              <a:lnSpc>
                <a:spcPct val="101000"/>
              </a:lnSpc>
              <a:defRPr sz="900" b="0" cap="none" spc="-8" baseline="0">
                <a:solidFill>
                  <a:schemeClr val="bg1"/>
                </a:solidFill>
                <a:latin typeface="+mn-lt"/>
              </a:defRPr>
            </a:lvl1pPr>
            <a:lvl2pPr>
              <a:lnSpc>
                <a:spcPct val="101000"/>
              </a:lnSpc>
              <a:defRPr sz="900" b="0" cap="none" spc="-8" baseline="0">
                <a:solidFill>
                  <a:schemeClr val="bg1"/>
                </a:solidFill>
                <a:latin typeface="+mn-lt"/>
              </a:defRPr>
            </a:lvl2pPr>
          </a:lstStyle>
          <a:p>
            <a:pPr lvl="0"/>
            <a:r>
              <a:rPr lang="en-US" dirty="0"/>
              <a:t>Click to edit master text styles</a:t>
            </a:r>
          </a:p>
          <a:p>
            <a:pPr lvl="1"/>
            <a:r>
              <a:rPr lang="en-US" dirty="0"/>
              <a:t>Second level</a:t>
            </a:r>
          </a:p>
        </p:txBody>
      </p:sp>
      <p:pic>
        <p:nvPicPr>
          <p:cNvPr id="7" name="Graphic 6">
            <a:extLst>
              <a:ext uri="{FF2B5EF4-FFF2-40B4-BE49-F238E27FC236}">
                <a16:creationId xmlns:a16="http://schemas.microsoft.com/office/drawing/2014/main" id="{DCE40798-A6F1-6FAE-F0EE-F36504CC1F4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54882" y="362839"/>
            <a:ext cx="2192780" cy="238443"/>
          </a:xfrm>
          <a:prstGeom prst="rect">
            <a:avLst/>
          </a:prstGeom>
        </p:spPr>
      </p:pic>
      <p:pic>
        <p:nvPicPr>
          <p:cNvPr id="8" name="Graphic 7">
            <a:extLst>
              <a:ext uri="{FF2B5EF4-FFF2-40B4-BE49-F238E27FC236}">
                <a16:creationId xmlns:a16="http://schemas.microsoft.com/office/drawing/2014/main" id="{F2EF3A80-1912-EAC8-ED95-86E315D84D4B}"/>
              </a:ext>
            </a:extLst>
          </p:cNvPr>
          <p:cNvPicPr>
            <a:picLocks noChangeAspect="1"/>
          </p:cNvPicPr>
          <p:nvPr userDrawn="1"/>
        </p:nvPicPr>
        <p:blipFill>
          <a:blip r:embed="rId4"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296" y="5780252"/>
            <a:ext cx="367417" cy="359576"/>
          </a:xfrm>
          <a:prstGeom prst="rect">
            <a:avLst/>
          </a:prstGeom>
        </p:spPr>
      </p:pic>
    </p:spTree>
    <p:extLst>
      <p:ext uri="{BB962C8B-B14F-4D97-AF65-F5344CB8AC3E}">
        <p14:creationId xmlns:p14="http://schemas.microsoft.com/office/powerpoint/2010/main" val="3124477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DC5515-4FFF-DF9D-8639-AA2729C9D9FE}"/>
              </a:ext>
            </a:extLst>
          </p:cNvPr>
          <p:cNvSpPr>
            <a:spLocks noGrp="1"/>
          </p:cNvSpPr>
          <p:nvPr>
            <p:ph type="ctrTitle" hasCustomPrompt="1"/>
          </p:nvPr>
        </p:nvSpPr>
        <p:spPr>
          <a:xfrm>
            <a:off x="1238250" y="2995724"/>
            <a:ext cx="7429500" cy="886718"/>
          </a:xfrm>
        </p:spPr>
        <p:txBody>
          <a:bodyPr anchor="ctr"/>
          <a:lstStyle>
            <a:lvl1pPr algn="ctr">
              <a:lnSpc>
                <a:spcPct val="90000"/>
              </a:lnSpc>
              <a:defRPr sz="3200">
                <a:solidFill>
                  <a:schemeClr val="bg1"/>
                </a:solidFill>
              </a:defRPr>
            </a:lvl1pPr>
          </a:lstStyle>
          <a:p>
            <a:r>
              <a:rPr lang="en-US" dirty="0"/>
              <a:t>Click to edit </a:t>
            </a:r>
            <a:br>
              <a:rPr lang="en-US" dirty="0"/>
            </a:br>
            <a:r>
              <a:rPr lang="en-US" dirty="0"/>
              <a:t>Master title style</a:t>
            </a:r>
          </a:p>
        </p:txBody>
      </p:sp>
      <p:pic>
        <p:nvPicPr>
          <p:cNvPr id="2" name="Graphic 1">
            <a:extLst>
              <a:ext uri="{FF2B5EF4-FFF2-40B4-BE49-F238E27FC236}">
                <a16:creationId xmlns:a16="http://schemas.microsoft.com/office/drawing/2014/main" id="{4258ECC2-99D5-3BC1-3AE1-5EEC0D5598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54882" y="362839"/>
            <a:ext cx="2192780" cy="238443"/>
          </a:xfrm>
          <a:prstGeom prst="rect">
            <a:avLst/>
          </a:prstGeom>
        </p:spPr>
      </p:pic>
      <p:pic>
        <p:nvPicPr>
          <p:cNvPr id="3" name="Graphic 2">
            <a:extLst>
              <a:ext uri="{FF2B5EF4-FFF2-40B4-BE49-F238E27FC236}">
                <a16:creationId xmlns:a16="http://schemas.microsoft.com/office/drawing/2014/main" id="{EA7CAFAB-6CA0-2F7F-D2DB-300C2733ECBF}"/>
              </a:ext>
            </a:extLst>
          </p:cNvPr>
          <p:cNvPicPr>
            <a:picLocks noChangeAspect="1"/>
          </p:cNvPicPr>
          <p:nvPr userDrawn="1"/>
        </p:nvPicPr>
        <p:blipFill>
          <a:blip r:embed="rId4"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296" y="5780252"/>
            <a:ext cx="367417" cy="359576"/>
          </a:xfrm>
          <a:prstGeom prst="rect">
            <a:avLst/>
          </a:prstGeom>
        </p:spPr>
      </p:pic>
      <p:sp>
        <p:nvSpPr>
          <p:cNvPr id="4" name="Subtitle 2">
            <a:extLst>
              <a:ext uri="{FF2B5EF4-FFF2-40B4-BE49-F238E27FC236}">
                <a16:creationId xmlns:a16="http://schemas.microsoft.com/office/drawing/2014/main" id="{2C85BE0A-439A-57A9-9394-9EE9D507DB17}"/>
              </a:ext>
            </a:extLst>
          </p:cNvPr>
          <p:cNvSpPr>
            <a:spLocks noGrp="1"/>
          </p:cNvSpPr>
          <p:nvPr>
            <p:ph type="subTitle" idx="1" hasCustomPrompt="1"/>
          </p:nvPr>
        </p:nvSpPr>
        <p:spPr>
          <a:xfrm>
            <a:off x="233796" y="5966663"/>
            <a:ext cx="3795939" cy="307777"/>
          </a:xfrm>
        </p:spPr>
        <p:txBody>
          <a:bodyPr anchor="b"/>
          <a:lstStyle>
            <a:lvl1pPr marL="0" indent="0" algn="l">
              <a:lnSpc>
                <a:spcPct val="100000"/>
              </a:lnSpc>
              <a:buNone/>
              <a:defRPr sz="1000" b="0" i="0" spc="-27" baseline="0">
                <a:solidFill>
                  <a:schemeClr val="bg1"/>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dirty="0"/>
              <a:t>Click to edit </a:t>
            </a:r>
            <a:br>
              <a:rPr lang="en-US" dirty="0"/>
            </a:br>
            <a:r>
              <a:rPr lang="en-US" dirty="0"/>
              <a:t>Master subtitle style</a:t>
            </a:r>
          </a:p>
        </p:txBody>
      </p:sp>
      <p:sp>
        <p:nvSpPr>
          <p:cNvPr id="9" name="Text Placeholder 7">
            <a:extLst>
              <a:ext uri="{FF2B5EF4-FFF2-40B4-BE49-F238E27FC236}">
                <a16:creationId xmlns:a16="http://schemas.microsoft.com/office/drawing/2014/main" id="{2DA993B7-A8A1-83E4-CA17-FE843DA8664C}"/>
              </a:ext>
            </a:extLst>
          </p:cNvPr>
          <p:cNvSpPr>
            <a:spLocks noGrp="1"/>
          </p:cNvSpPr>
          <p:nvPr>
            <p:ph type="body" sz="quarter" idx="14" hasCustomPrompt="1"/>
          </p:nvPr>
        </p:nvSpPr>
        <p:spPr>
          <a:xfrm>
            <a:off x="233742" y="6368199"/>
            <a:ext cx="3795940" cy="276101"/>
          </a:xfrm>
        </p:spPr>
        <p:txBody>
          <a:bodyPr anchor="b"/>
          <a:lstStyle>
            <a:lvl1pPr>
              <a:lnSpc>
                <a:spcPct val="101000"/>
              </a:lnSpc>
              <a:defRPr sz="900" b="0" cap="none" spc="-8" baseline="0">
                <a:solidFill>
                  <a:schemeClr val="bg1"/>
                </a:solidFill>
                <a:latin typeface="+mn-lt"/>
              </a:defRPr>
            </a:lvl1pPr>
            <a:lvl2pPr>
              <a:lnSpc>
                <a:spcPct val="101000"/>
              </a:lnSpc>
              <a:defRPr sz="900" b="0" cap="none" spc="-8" baseline="0">
                <a:solidFill>
                  <a:schemeClr val="bg1"/>
                </a:solidFill>
                <a:latin typeface="+mn-lt"/>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45849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A21FDDE-1A15-DF90-6AC5-7F98B289169A}"/>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950624" y="2841"/>
            <a:ext cx="4955376" cy="6855160"/>
          </a:xfrm>
          <a:prstGeom prst="rect">
            <a:avLst/>
          </a:prstGeom>
        </p:spPr>
      </p:pic>
      <p:sp>
        <p:nvSpPr>
          <p:cNvPr id="4" name="Title 1">
            <a:extLst>
              <a:ext uri="{FF2B5EF4-FFF2-40B4-BE49-F238E27FC236}">
                <a16:creationId xmlns:a16="http://schemas.microsoft.com/office/drawing/2014/main" id="{26DDE9BB-1FFC-B931-B811-4C9CDFBF182E}"/>
              </a:ext>
            </a:extLst>
          </p:cNvPr>
          <p:cNvSpPr>
            <a:spLocks noGrp="1"/>
          </p:cNvSpPr>
          <p:nvPr>
            <p:ph type="ctrTitle" hasCustomPrompt="1"/>
          </p:nvPr>
        </p:nvSpPr>
        <p:spPr>
          <a:xfrm>
            <a:off x="1238250" y="2995723"/>
            <a:ext cx="7429500" cy="886718"/>
          </a:xfrm>
        </p:spPr>
        <p:txBody>
          <a:bodyPr anchor="ctr"/>
          <a:lstStyle>
            <a:lvl1pPr algn="ctr">
              <a:lnSpc>
                <a:spcPct val="90000"/>
              </a:lnSpc>
              <a:defRPr sz="3200">
                <a:solidFill>
                  <a:schemeClr val="bg1"/>
                </a:solidFill>
              </a:defRPr>
            </a:lvl1pPr>
          </a:lstStyle>
          <a:p>
            <a:r>
              <a:rPr lang="en-US" dirty="0"/>
              <a:t>Click to edit </a:t>
            </a:r>
            <a:br>
              <a:rPr lang="en-US" dirty="0"/>
            </a:br>
            <a:r>
              <a:rPr lang="en-US" dirty="0"/>
              <a:t>Master title style</a:t>
            </a:r>
          </a:p>
        </p:txBody>
      </p:sp>
      <p:sp>
        <p:nvSpPr>
          <p:cNvPr id="2" name="Subtitle 2">
            <a:extLst>
              <a:ext uri="{FF2B5EF4-FFF2-40B4-BE49-F238E27FC236}">
                <a16:creationId xmlns:a16="http://schemas.microsoft.com/office/drawing/2014/main" id="{792711B0-C222-027E-94EC-B4F88F325A00}"/>
              </a:ext>
            </a:extLst>
          </p:cNvPr>
          <p:cNvSpPr>
            <a:spLocks noGrp="1"/>
          </p:cNvSpPr>
          <p:nvPr>
            <p:ph type="subTitle" idx="1" hasCustomPrompt="1"/>
          </p:nvPr>
        </p:nvSpPr>
        <p:spPr>
          <a:xfrm>
            <a:off x="233796" y="5966663"/>
            <a:ext cx="3795939" cy="307777"/>
          </a:xfrm>
        </p:spPr>
        <p:txBody>
          <a:bodyPr anchor="b"/>
          <a:lstStyle>
            <a:lvl1pPr marL="0" indent="0" algn="l">
              <a:lnSpc>
                <a:spcPct val="100000"/>
              </a:lnSpc>
              <a:buNone/>
              <a:defRPr sz="1000" b="0" i="0" spc="-27" baseline="0">
                <a:solidFill>
                  <a:schemeClr val="bg1"/>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dirty="0"/>
              <a:t>Click to edit </a:t>
            </a:r>
            <a:br>
              <a:rPr lang="en-US" dirty="0"/>
            </a:br>
            <a:r>
              <a:rPr lang="en-US" dirty="0"/>
              <a:t>Master subtitle style</a:t>
            </a:r>
          </a:p>
        </p:txBody>
      </p:sp>
      <p:sp>
        <p:nvSpPr>
          <p:cNvPr id="3" name="Text Placeholder 7">
            <a:extLst>
              <a:ext uri="{FF2B5EF4-FFF2-40B4-BE49-F238E27FC236}">
                <a16:creationId xmlns:a16="http://schemas.microsoft.com/office/drawing/2014/main" id="{7556DF34-E78C-D58C-8DB2-46BF97681CF5}"/>
              </a:ext>
            </a:extLst>
          </p:cNvPr>
          <p:cNvSpPr>
            <a:spLocks noGrp="1"/>
          </p:cNvSpPr>
          <p:nvPr>
            <p:ph type="body" sz="quarter" idx="14" hasCustomPrompt="1"/>
          </p:nvPr>
        </p:nvSpPr>
        <p:spPr>
          <a:xfrm>
            <a:off x="233742" y="6368199"/>
            <a:ext cx="3795940" cy="276101"/>
          </a:xfrm>
        </p:spPr>
        <p:txBody>
          <a:bodyPr anchor="b"/>
          <a:lstStyle>
            <a:lvl1pPr>
              <a:lnSpc>
                <a:spcPct val="101000"/>
              </a:lnSpc>
              <a:defRPr sz="900" b="0" cap="none" spc="-8" baseline="0">
                <a:solidFill>
                  <a:schemeClr val="bg1"/>
                </a:solidFill>
                <a:latin typeface="+mn-lt"/>
              </a:defRPr>
            </a:lvl1pPr>
            <a:lvl2pPr>
              <a:lnSpc>
                <a:spcPct val="101000"/>
              </a:lnSpc>
              <a:defRPr sz="900" b="0" cap="none" spc="-8" baseline="0">
                <a:solidFill>
                  <a:schemeClr val="bg1"/>
                </a:solidFill>
                <a:latin typeface="+mn-lt"/>
              </a:defRPr>
            </a:lvl2pPr>
          </a:lstStyle>
          <a:p>
            <a:pPr lvl="0"/>
            <a:r>
              <a:rPr lang="en-US" dirty="0"/>
              <a:t>Click to edit master text styles</a:t>
            </a:r>
          </a:p>
          <a:p>
            <a:pPr lvl="1"/>
            <a:r>
              <a:rPr lang="en-US" dirty="0"/>
              <a:t>Second level</a:t>
            </a:r>
          </a:p>
        </p:txBody>
      </p:sp>
      <p:pic>
        <p:nvPicPr>
          <p:cNvPr id="12" name="Graphic 11">
            <a:extLst>
              <a:ext uri="{FF2B5EF4-FFF2-40B4-BE49-F238E27FC236}">
                <a16:creationId xmlns:a16="http://schemas.microsoft.com/office/drawing/2014/main" id="{CE9B124B-9865-AB6E-CCAA-7A39BA9352A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4882" y="377953"/>
            <a:ext cx="2192780" cy="238443"/>
          </a:xfrm>
          <a:prstGeom prst="rect">
            <a:avLst/>
          </a:prstGeom>
        </p:spPr>
      </p:pic>
      <p:pic>
        <p:nvPicPr>
          <p:cNvPr id="13" name="Graphic 12">
            <a:extLst>
              <a:ext uri="{FF2B5EF4-FFF2-40B4-BE49-F238E27FC236}">
                <a16:creationId xmlns:a16="http://schemas.microsoft.com/office/drawing/2014/main" id="{19079976-84F0-C059-0FCE-0575837472EA}"/>
              </a:ext>
            </a:extLst>
          </p:cNvPr>
          <p:cNvPicPr>
            <a:picLocks noChangeAspect="1"/>
          </p:cNvPicPr>
          <p:nvPr userDrawn="1"/>
        </p:nvPicPr>
        <p:blipFill>
          <a:blip r:embed="rId5" cstate="screen">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296" y="5780252"/>
            <a:ext cx="367417" cy="359576"/>
          </a:xfrm>
          <a:prstGeom prst="rect">
            <a:avLst/>
          </a:prstGeom>
        </p:spPr>
      </p:pic>
    </p:spTree>
    <p:extLst>
      <p:ext uri="{BB962C8B-B14F-4D97-AF65-F5344CB8AC3E}">
        <p14:creationId xmlns:p14="http://schemas.microsoft.com/office/powerpoint/2010/main" val="4072573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935B2AA7-8057-D723-903D-3668403913AF}"/>
              </a:ext>
            </a:extLst>
          </p:cNvPr>
          <p:cNvSpPr>
            <a:spLocks noGrp="1"/>
          </p:cNvSpPr>
          <p:nvPr>
            <p:ph type="pic" sz="quarter" idx="15"/>
          </p:nvPr>
        </p:nvSpPr>
        <p:spPr>
          <a:xfrm>
            <a:off x="4953001" y="2"/>
            <a:ext cx="4953000" cy="6857777"/>
          </a:xfrm>
          <a:noFill/>
        </p:spPr>
        <p:txBody>
          <a:bodyPr>
            <a:noAutofit/>
          </a:bodyPr>
          <a:lstStyle/>
          <a:p>
            <a:r>
              <a:rPr lang="en-US"/>
              <a:t>Click icon to add picture</a:t>
            </a:r>
            <a:endParaRPr lang="en-GB" dirty="0"/>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p:nvPr>
        </p:nvSpPr>
        <p:spPr>
          <a:xfrm>
            <a:off x="233743" y="1582739"/>
            <a:ext cx="2990433" cy="720582"/>
          </a:xfrm>
        </p:spPr>
        <p:txBody>
          <a:bodyPr/>
          <a:lstStyle>
            <a:lvl1pPr marL="208270" indent="-205797">
              <a:lnSpc>
                <a:spcPct val="101000"/>
              </a:lnSpc>
              <a:spcAft>
                <a:spcPts val="0"/>
              </a:spcAft>
              <a:buClrTx/>
              <a:buFont typeface="Rathbones Sans Light" pitchFamily="2" charset="0"/>
              <a:buChar char="—"/>
              <a:tabLst/>
              <a:defRPr sz="1100" b="0">
                <a:solidFill>
                  <a:schemeClr val="tx1"/>
                </a:solidFill>
                <a:latin typeface="+mn-lt"/>
              </a:defRPr>
            </a:lvl1pPr>
            <a:lvl2pPr>
              <a:defRPr sz="1000">
                <a:solidFill>
                  <a:schemeClr val="tx1"/>
                </a:solidFill>
              </a:defRPr>
            </a:lvl2pPr>
            <a:lvl3pPr>
              <a:defRPr sz="800">
                <a:solidFill>
                  <a:schemeClr val="tx1"/>
                </a:solidFill>
              </a:defRPr>
            </a:lvl3pPr>
            <a:lvl4pPr>
              <a:defRPr sz="8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12" name="Picture Placeholder 10">
            <a:extLst>
              <a:ext uri="{FF2B5EF4-FFF2-40B4-BE49-F238E27FC236}">
                <a16:creationId xmlns:a16="http://schemas.microsoft.com/office/drawing/2014/main" id="{E3E5B547-DC9F-3BD6-F52A-48D13F9E0AFB}"/>
              </a:ext>
            </a:extLst>
          </p:cNvPr>
          <p:cNvSpPr>
            <a:spLocks noGrp="1"/>
          </p:cNvSpPr>
          <p:nvPr>
            <p:ph type="pic" sz="quarter" idx="14"/>
          </p:nvPr>
        </p:nvSpPr>
        <p:spPr>
          <a:xfrm>
            <a:off x="8295841" y="6479905"/>
            <a:ext cx="1379227" cy="148864"/>
          </a:xfrm>
        </p:spPr>
        <p:txBody>
          <a:bodyPr>
            <a:noAutofit/>
          </a:bodyPr>
          <a:lstStyle>
            <a:lvl1pPr>
              <a:defRPr sz="778"/>
            </a:lvl1pPr>
          </a:lstStyle>
          <a:p>
            <a:r>
              <a:rPr lang="en-US"/>
              <a:t>Click icon to add picture</a:t>
            </a:r>
            <a:endParaRPr lang="en-GB" dirty="0"/>
          </a:p>
        </p:txBody>
      </p:sp>
      <p:sp>
        <p:nvSpPr>
          <p:cNvPr id="14" name="Text Placeholder 7">
            <a:extLst>
              <a:ext uri="{FF2B5EF4-FFF2-40B4-BE49-F238E27FC236}">
                <a16:creationId xmlns:a16="http://schemas.microsoft.com/office/drawing/2014/main" id="{4D79E5E2-8A12-5952-E6D0-690109ACCBC1}"/>
              </a:ext>
            </a:extLst>
          </p:cNvPr>
          <p:cNvSpPr>
            <a:spLocks noGrp="1"/>
          </p:cNvSpPr>
          <p:nvPr>
            <p:ph type="body" sz="quarter" idx="16"/>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C2A95E3C-0A0C-B5DC-73B2-0658CB08EEE3}"/>
              </a:ext>
            </a:extLst>
          </p:cNvPr>
          <p:cNvSpPr>
            <a:spLocks noGrp="1"/>
          </p:cNvSpPr>
          <p:nvPr>
            <p:ph type="title"/>
          </p:nvPr>
        </p:nvSpPr>
        <p:spPr>
          <a:xfrm>
            <a:off x="229728" y="640923"/>
            <a:ext cx="4606857" cy="566309"/>
          </a:xfrm>
        </p:spPr>
        <p:txBody>
          <a:bodyPr/>
          <a:lstStyle>
            <a:lvl1pPr>
              <a:defRPr sz="2000"/>
            </a:lvl1pPr>
          </a:lstStyle>
          <a:p>
            <a:r>
              <a:rPr lang="en-US"/>
              <a:t>Click to edit Master title style</a:t>
            </a:r>
            <a:endParaRPr lang="en-GB" dirty="0"/>
          </a:p>
        </p:txBody>
      </p:sp>
      <p:sp>
        <p:nvSpPr>
          <p:cNvPr id="16" name="Footer Placeholder 4">
            <a:extLst>
              <a:ext uri="{FF2B5EF4-FFF2-40B4-BE49-F238E27FC236}">
                <a16:creationId xmlns:a16="http://schemas.microsoft.com/office/drawing/2014/main" id="{D516613C-6188-23C1-BBCF-505DB036ECF7}"/>
              </a:ext>
            </a:extLst>
          </p:cNvPr>
          <p:cNvSpPr>
            <a:spLocks noGrp="1"/>
          </p:cNvSpPr>
          <p:nvPr>
            <p:ph type="ftr" sz="quarter" idx="3"/>
          </p:nvPr>
        </p:nvSpPr>
        <p:spPr>
          <a:xfrm>
            <a:off x="232188" y="200885"/>
            <a:ext cx="4604397" cy="119927"/>
          </a:xfrm>
          <a:prstGeom prst="rect">
            <a:avLst/>
          </a:prstGeom>
        </p:spPr>
        <p:txBody>
          <a:bodyPr vert="horz" wrap="square" lIns="0" tIns="0" rIns="0" bIns="0" rtlCol="0" anchor="t">
            <a:spAutoFit/>
          </a:bodyPr>
          <a:lstStyle>
            <a:lvl1pPr algn="l">
              <a:lnSpc>
                <a:spcPct val="98000"/>
              </a:lnSpc>
              <a:defRPr sz="800">
                <a:solidFill>
                  <a:schemeClr val="tx1"/>
                </a:solidFill>
              </a:defRPr>
            </a:lvl1pPr>
          </a:lstStyle>
          <a:p>
            <a:r>
              <a:rPr lang="en-GB"/>
              <a:t>Rathbones Asset Management | Rathbone UK Opportunities Fund</a:t>
            </a:r>
            <a:endParaRPr lang="en-GB" dirty="0"/>
          </a:p>
        </p:txBody>
      </p:sp>
    </p:spTree>
    <p:extLst>
      <p:ext uri="{BB962C8B-B14F-4D97-AF65-F5344CB8AC3E}">
        <p14:creationId xmlns:p14="http://schemas.microsoft.com/office/powerpoint/2010/main" val="20099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endParaRPr lang="en-GB"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14" name="Text Placeholder 7">
            <a:extLst>
              <a:ext uri="{FF2B5EF4-FFF2-40B4-BE49-F238E27FC236}">
                <a16:creationId xmlns:a16="http://schemas.microsoft.com/office/drawing/2014/main" id="{CA09DE89-CB4E-3816-266C-FACA7788A8F2}"/>
              </a:ext>
            </a:extLst>
          </p:cNvPr>
          <p:cNvSpPr>
            <a:spLocks noGrp="1"/>
          </p:cNvSpPr>
          <p:nvPr>
            <p:ph type="body" sz="quarter" idx="13"/>
          </p:nvPr>
        </p:nvSpPr>
        <p:spPr>
          <a:xfrm>
            <a:off x="233743" y="1582738"/>
            <a:ext cx="2990433" cy="720582"/>
          </a:xfrm>
        </p:spPr>
        <p:txBody>
          <a:bodyPr/>
          <a:lstStyle>
            <a:lvl1pPr marL="208270" indent="-205797">
              <a:lnSpc>
                <a:spcPct val="101000"/>
              </a:lnSpc>
              <a:spcAft>
                <a:spcPts val="0"/>
              </a:spcAft>
              <a:buClrTx/>
              <a:buFont typeface="Rathbones Sans Light" pitchFamily="2" charset="0"/>
              <a:buChar char="—"/>
              <a:tabLst/>
              <a:defRPr sz="1100" b="0">
                <a:solidFill>
                  <a:schemeClr val="tx1"/>
                </a:solidFill>
                <a:latin typeface="+mn-lt"/>
              </a:defRPr>
            </a:lvl1pPr>
            <a:lvl2pPr>
              <a:defRPr sz="1000">
                <a:solidFill>
                  <a:schemeClr val="tx1"/>
                </a:solidFill>
              </a:defRPr>
            </a:lvl2pPr>
            <a:lvl3pPr>
              <a:defRPr sz="800">
                <a:solidFill>
                  <a:schemeClr val="tx1"/>
                </a:solidFill>
              </a:defRPr>
            </a:lvl3pPr>
            <a:lvl4pPr>
              <a:defRPr sz="8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7">
            <a:extLst>
              <a:ext uri="{FF2B5EF4-FFF2-40B4-BE49-F238E27FC236}">
                <a16:creationId xmlns:a16="http://schemas.microsoft.com/office/drawing/2014/main" id="{1D8515BA-0DED-C645-1B44-CC1D3FDBD8B4}"/>
              </a:ext>
            </a:extLst>
          </p:cNvPr>
          <p:cNvSpPr>
            <a:spLocks noGrp="1"/>
          </p:cNvSpPr>
          <p:nvPr>
            <p:ph type="body" sz="quarter" idx="16"/>
          </p:nvPr>
        </p:nvSpPr>
        <p:spPr>
          <a:xfrm>
            <a:off x="5069637" y="1582738"/>
            <a:ext cx="2990433" cy="720582"/>
          </a:xfrm>
        </p:spPr>
        <p:txBody>
          <a:bodyPr/>
          <a:lstStyle>
            <a:lvl1pPr marL="208270" indent="-205797">
              <a:lnSpc>
                <a:spcPct val="101000"/>
              </a:lnSpc>
              <a:spcAft>
                <a:spcPts val="0"/>
              </a:spcAft>
              <a:buClrTx/>
              <a:buFont typeface="Rathbones Sans Light" pitchFamily="2" charset="0"/>
              <a:buChar char="—"/>
              <a:tabLst/>
              <a:defRPr sz="1100" b="0">
                <a:solidFill>
                  <a:schemeClr val="tx1"/>
                </a:solidFill>
                <a:latin typeface="+mn-lt"/>
              </a:defRPr>
            </a:lvl1pPr>
            <a:lvl2pPr>
              <a:defRPr sz="1000">
                <a:solidFill>
                  <a:schemeClr val="tx1"/>
                </a:solidFill>
              </a:defRPr>
            </a:lvl2pPr>
            <a:lvl3pPr>
              <a:defRPr sz="800">
                <a:solidFill>
                  <a:schemeClr val="tx1"/>
                </a:solidFill>
              </a:defRPr>
            </a:lvl3pPr>
            <a:lvl4pPr>
              <a:defRPr sz="8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2" name="Picture Placeholder 6">
            <a:extLst>
              <a:ext uri="{FF2B5EF4-FFF2-40B4-BE49-F238E27FC236}">
                <a16:creationId xmlns:a16="http://schemas.microsoft.com/office/drawing/2014/main" id="{8323595F-B3AB-5011-D959-4E345EA1266E}"/>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11" name="Title 10">
            <a:extLst>
              <a:ext uri="{FF2B5EF4-FFF2-40B4-BE49-F238E27FC236}">
                <a16:creationId xmlns:a16="http://schemas.microsoft.com/office/drawing/2014/main" id="{39ECFF78-F7A1-497B-9B4D-2CBFBF88EE9A}"/>
              </a:ext>
            </a:extLst>
          </p:cNvPr>
          <p:cNvSpPr>
            <a:spLocks noGrp="1"/>
          </p:cNvSpPr>
          <p:nvPr>
            <p:ph type="title"/>
          </p:nvPr>
        </p:nvSpPr>
        <p:spPr>
          <a:xfrm>
            <a:off x="229728" y="640923"/>
            <a:ext cx="3800007" cy="566309"/>
          </a:xfrm>
        </p:spPr>
        <p:txBody>
          <a:bodyPr/>
          <a:lstStyle>
            <a:lvl1pPr>
              <a:defRPr sz="2000"/>
            </a:lvl1pPr>
          </a:lstStyle>
          <a:p>
            <a:r>
              <a:rPr lang="en-US"/>
              <a:t>Click to edit Master title style</a:t>
            </a:r>
            <a:endParaRPr lang="en-GB" dirty="0"/>
          </a:p>
        </p:txBody>
      </p:sp>
      <p:sp>
        <p:nvSpPr>
          <p:cNvPr id="13" name="Text Placeholder 7">
            <a:extLst>
              <a:ext uri="{FF2B5EF4-FFF2-40B4-BE49-F238E27FC236}">
                <a16:creationId xmlns:a16="http://schemas.microsoft.com/office/drawing/2014/main" id="{96DAC1E8-6012-6512-00D4-6D2CF69C5E87}"/>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35248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heading, diag, image">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BFE49A1C-2D60-4D2D-88D9-816621960989}"/>
              </a:ext>
            </a:extLst>
          </p:cNvPr>
          <p:cNvSpPr>
            <a:spLocks noGrp="1"/>
          </p:cNvSpPr>
          <p:nvPr>
            <p:ph type="pic" sz="quarter" idx="15"/>
          </p:nvPr>
        </p:nvSpPr>
        <p:spPr>
          <a:xfrm>
            <a:off x="4953001" y="2"/>
            <a:ext cx="4953000" cy="6857777"/>
          </a:xfrm>
        </p:spPr>
        <p:txBody>
          <a:bodyPr>
            <a:noAutofit/>
          </a:bodyPr>
          <a:lstStyle/>
          <a:p>
            <a:r>
              <a:rPr lang="en-US"/>
              <a:t>Click icon to add picture</a:t>
            </a:r>
            <a:endParaRPr lang="en-GB" dirty="0"/>
          </a:p>
        </p:txBody>
      </p:sp>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3" name="Picture Placeholder 10">
            <a:extLst>
              <a:ext uri="{FF2B5EF4-FFF2-40B4-BE49-F238E27FC236}">
                <a16:creationId xmlns:a16="http://schemas.microsoft.com/office/drawing/2014/main" id="{CE01E4C7-C875-D25F-7EE1-631F150BD71C}"/>
              </a:ext>
            </a:extLst>
          </p:cNvPr>
          <p:cNvSpPr>
            <a:spLocks noGrp="1"/>
          </p:cNvSpPr>
          <p:nvPr>
            <p:ph type="pic" sz="quarter" idx="14"/>
          </p:nvPr>
        </p:nvSpPr>
        <p:spPr>
          <a:xfrm>
            <a:off x="8295841" y="6479905"/>
            <a:ext cx="1379227" cy="148864"/>
          </a:xfrm>
        </p:spPr>
        <p:txBody>
          <a:bodyPr>
            <a:noAutofit/>
          </a:bodyPr>
          <a:lstStyle>
            <a:lvl1pPr>
              <a:defRPr sz="778"/>
            </a:lvl1pPr>
          </a:lstStyle>
          <a:p>
            <a:r>
              <a:rPr lang="en-US"/>
              <a:t>Click icon to add picture</a:t>
            </a:r>
            <a:endParaRPr lang="en-GB" dirty="0"/>
          </a:p>
        </p:txBody>
      </p:sp>
      <p:sp>
        <p:nvSpPr>
          <p:cNvPr id="7" name="Text Placeholder 7">
            <a:extLst>
              <a:ext uri="{FF2B5EF4-FFF2-40B4-BE49-F238E27FC236}">
                <a16:creationId xmlns:a16="http://schemas.microsoft.com/office/drawing/2014/main" id="{116049C0-0CD0-D3EE-F800-17F321DD512F}"/>
              </a:ext>
            </a:extLst>
          </p:cNvPr>
          <p:cNvSpPr>
            <a:spLocks noGrp="1"/>
          </p:cNvSpPr>
          <p:nvPr>
            <p:ph type="body" sz="quarter" idx="16"/>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A311B264-DAEB-35F2-859C-D869DF7F95F5}"/>
              </a:ext>
            </a:extLst>
          </p:cNvPr>
          <p:cNvSpPr>
            <a:spLocks noGrp="1"/>
          </p:cNvSpPr>
          <p:nvPr>
            <p:ph type="subTitle" idx="1"/>
          </p:nvPr>
        </p:nvSpPr>
        <p:spPr>
          <a:xfrm>
            <a:off x="233743" y="1211730"/>
            <a:ext cx="460685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96B11011-D210-4D6F-1526-5B75362DACDD}"/>
              </a:ext>
            </a:extLst>
          </p:cNvPr>
          <p:cNvSpPr>
            <a:spLocks noGrp="1"/>
          </p:cNvSpPr>
          <p:nvPr>
            <p:ph type="body" sz="quarter" idx="18"/>
          </p:nvPr>
        </p:nvSpPr>
        <p:spPr>
          <a:xfrm>
            <a:off x="233741" y="483381"/>
            <a:ext cx="4605705" cy="135743"/>
          </a:xfrm>
        </p:spPr>
        <p:txBody>
          <a:bodyPr wrap="square">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4" name="Title 13">
            <a:extLst>
              <a:ext uri="{FF2B5EF4-FFF2-40B4-BE49-F238E27FC236}">
                <a16:creationId xmlns:a16="http://schemas.microsoft.com/office/drawing/2014/main" id="{77BBAF7E-B4A2-363A-90C7-9C375E2AAB64}"/>
              </a:ext>
            </a:extLst>
          </p:cNvPr>
          <p:cNvSpPr>
            <a:spLocks noGrp="1"/>
          </p:cNvSpPr>
          <p:nvPr>
            <p:ph type="title"/>
          </p:nvPr>
        </p:nvSpPr>
        <p:spPr>
          <a:xfrm>
            <a:off x="229728" y="640923"/>
            <a:ext cx="4606857" cy="554579"/>
          </a:xfrm>
        </p:spPr>
        <p:txBody>
          <a:bodyPr/>
          <a:lstStyle/>
          <a:p>
            <a:r>
              <a:rPr lang="en-US"/>
              <a:t>Click to edit Master title style</a:t>
            </a:r>
            <a:endParaRPr lang="en-GB" dirty="0"/>
          </a:p>
        </p:txBody>
      </p:sp>
    </p:spTree>
    <p:extLst>
      <p:ext uri="{BB962C8B-B14F-4D97-AF65-F5344CB8AC3E}">
        <p14:creationId xmlns:p14="http://schemas.microsoft.com/office/powerpoint/2010/main" val="810325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heading, dia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EF82B0D-AE72-3E5D-9BC0-DAB3E319A935}"/>
              </a:ext>
            </a:extLst>
          </p:cNvPr>
          <p:cNvSpPr/>
          <p:nvPr userDrawn="1"/>
        </p:nvSpPr>
        <p:spPr>
          <a:xfrm>
            <a:off x="4953000" y="0"/>
            <a:ext cx="4953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1" dirty="0">
              <a:solidFill>
                <a:schemeClr val="tx1"/>
              </a:solidFill>
            </a:endParaRPr>
          </a:p>
        </p:txBody>
      </p:sp>
      <p:sp>
        <p:nvSpPr>
          <p:cNvPr id="5" name="Footer Placeholder 4"/>
          <p:cNvSpPr>
            <a:spLocks noGrp="1"/>
          </p:cNvSpPr>
          <p:nvPr>
            <p:ph type="ftr" sz="quarter" idx="11"/>
          </p:nvPr>
        </p:nvSpPr>
        <p:spPr>
          <a:xfrm>
            <a:off x="232188" y="200885"/>
            <a:ext cx="4604397" cy="119927"/>
          </a:xfrm>
        </p:spPr>
        <p:txBody>
          <a:bodyPr>
            <a:spAutoFit/>
          </a:bodyPr>
          <a:lstStyle/>
          <a:p>
            <a:r>
              <a:rPr lang="en-GB"/>
              <a:t>Rathbones Asset Management | Rathbone UK Opportunities Fund</a:t>
            </a:r>
            <a:endParaRPr lang="en-GB" dirty="0"/>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pic>
        <p:nvPicPr>
          <p:cNvPr id="2" name="Picture Placeholder 6">
            <a:extLst>
              <a:ext uri="{FF2B5EF4-FFF2-40B4-BE49-F238E27FC236}">
                <a16:creationId xmlns:a16="http://schemas.microsoft.com/office/drawing/2014/main" id="{AD8C7697-C7E3-57DB-1BE0-C5D17EE0BC33}"/>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C1076B71-7D3A-8880-C6A4-2B34231BDEB6}"/>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10" name="Subtitle 2">
            <a:extLst>
              <a:ext uri="{FF2B5EF4-FFF2-40B4-BE49-F238E27FC236}">
                <a16:creationId xmlns:a16="http://schemas.microsoft.com/office/drawing/2014/main" id="{779E1817-2953-D0B4-C9D5-881A42B6A8EA}"/>
              </a:ext>
            </a:extLst>
          </p:cNvPr>
          <p:cNvSpPr>
            <a:spLocks noGrp="1"/>
          </p:cNvSpPr>
          <p:nvPr>
            <p:ph type="subTitle" idx="1"/>
          </p:nvPr>
        </p:nvSpPr>
        <p:spPr>
          <a:xfrm>
            <a:off x="232188" y="1206739"/>
            <a:ext cx="4602843"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4" name="Text Placeholder 7">
            <a:extLst>
              <a:ext uri="{FF2B5EF4-FFF2-40B4-BE49-F238E27FC236}">
                <a16:creationId xmlns:a16="http://schemas.microsoft.com/office/drawing/2014/main" id="{07E486CC-8E58-F4F3-4634-4AE092FEAC04}"/>
              </a:ext>
            </a:extLst>
          </p:cNvPr>
          <p:cNvSpPr>
            <a:spLocks noGrp="1"/>
          </p:cNvSpPr>
          <p:nvPr>
            <p:ph type="body" sz="quarter" idx="18"/>
          </p:nvPr>
        </p:nvSpPr>
        <p:spPr>
          <a:xfrm>
            <a:off x="233741" y="483381"/>
            <a:ext cx="4601692" cy="135743"/>
          </a:xfrm>
        </p:spPr>
        <p:txBody>
          <a:bodyPr wrap="square">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5" name="Title 14">
            <a:extLst>
              <a:ext uri="{FF2B5EF4-FFF2-40B4-BE49-F238E27FC236}">
                <a16:creationId xmlns:a16="http://schemas.microsoft.com/office/drawing/2014/main" id="{941164E2-FA32-2E59-889B-92733B24D757}"/>
              </a:ext>
            </a:extLst>
          </p:cNvPr>
          <p:cNvSpPr>
            <a:spLocks noGrp="1"/>
          </p:cNvSpPr>
          <p:nvPr>
            <p:ph type="title"/>
          </p:nvPr>
        </p:nvSpPr>
        <p:spPr>
          <a:xfrm>
            <a:off x="229728" y="640923"/>
            <a:ext cx="4602843" cy="554579"/>
          </a:xfrm>
        </p:spPr>
        <p:txBody>
          <a:bodyPr/>
          <a:lstStyle/>
          <a:p>
            <a:r>
              <a:rPr lang="en-US"/>
              <a:t>Click to edit Master title style</a:t>
            </a:r>
            <a:endParaRPr lang="en-GB" dirty="0"/>
          </a:p>
        </p:txBody>
      </p:sp>
    </p:spTree>
    <p:extLst>
      <p:ext uri="{BB962C8B-B14F-4D97-AF65-F5344CB8AC3E}">
        <p14:creationId xmlns:p14="http://schemas.microsoft.com/office/powerpoint/2010/main" val="705299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heading full bleed image">
    <p:bg>
      <p:bgPr>
        <a:solidFill>
          <a:schemeClr val="bg2"/>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solidFill>
                  <a:schemeClr val="bg1"/>
                </a:solidFill>
              </a:defRPr>
            </a:lvl1p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pic>
        <p:nvPicPr>
          <p:cNvPr id="2" name="Picture Placeholder 6">
            <a:extLst>
              <a:ext uri="{FF2B5EF4-FFF2-40B4-BE49-F238E27FC236}">
                <a16:creationId xmlns:a16="http://schemas.microsoft.com/office/drawing/2014/main" id="{1127753F-9EE1-7734-3D52-65B4E40FAF96}"/>
              </a:ext>
            </a:extLst>
          </p:cNvPr>
          <p:cNvPicPr>
            <a:picLocks noChangeAspect="1"/>
          </p:cNvPicPr>
          <p:nvPr userDrawn="1"/>
        </p:nvPicPr>
        <p:blipFill>
          <a:blip r:embed="rId2" cstate="screen">
            <a:alphaModFix amt="4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C8B7E382-FA6E-FB90-0846-A031AE08897C}"/>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chemeClr val="bg1"/>
                </a:solidFill>
                <a:latin typeface="+mn-lt"/>
              </a:defRPr>
            </a:lvl1pPr>
            <a:lvl2pPr>
              <a:lnSpc>
                <a:spcPct val="98000"/>
              </a:lnSpc>
              <a:defRPr sz="800" b="0" spc="-8" baseline="0">
                <a:solidFill>
                  <a:schemeClr val="bg1"/>
                </a:solidFill>
                <a:latin typeface="+mn-lt"/>
              </a:defRPr>
            </a:lvl2pPr>
          </a:lstStyle>
          <a:p>
            <a:pPr lvl="0"/>
            <a:r>
              <a:rPr lang="en-US"/>
              <a:t>Click to edit Master text styles</a:t>
            </a:r>
          </a:p>
          <a:p>
            <a:pPr lvl="1"/>
            <a:r>
              <a:rPr lang="en-US"/>
              <a:t>Second level</a:t>
            </a:r>
          </a:p>
        </p:txBody>
      </p:sp>
      <p:sp>
        <p:nvSpPr>
          <p:cNvPr id="7" name="Subtitle 2">
            <a:extLst>
              <a:ext uri="{FF2B5EF4-FFF2-40B4-BE49-F238E27FC236}">
                <a16:creationId xmlns:a16="http://schemas.microsoft.com/office/drawing/2014/main" id="{6CF4357F-0427-3D0D-9FC0-A18B2FE5A7EA}"/>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1"/>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9" name="Text Placeholder 7">
            <a:extLst>
              <a:ext uri="{FF2B5EF4-FFF2-40B4-BE49-F238E27FC236}">
                <a16:creationId xmlns:a16="http://schemas.microsoft.com/office/drawing/2014/main" id="{3E14C89E-2890-8F20-D9A8-EBDE24F9BE61}"/>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1"/>
                </a:solidFill>
                <a:latin typeface="Rathbones Sans" pitchFamily="2" charset="0"/>
              </a:defRPr>
            </a:lvl1pPr>
          </a:lstStyle>
          <a:p>
            <a:pPr lvl="0"/>
            <a:r>
              <a:rPr lang="en-US"/>
              <a:t>Click to edit Master text styles</a:t>
            </a:r>
          </a:p>
        </p:txBody>
      </p:sp>
      <p:sp>
        <p:nvSpPr>
          <p:cNvPr id="10" name="Title 9">
            <a:extLst>
              <a:ext uri="{FF2B5EF4-FFF2-40B4-BE49-F238E27FC236}">
                <a16:creationId xmlns:a16="http://schemas.microsoft.com/office/drawing/2014/main" id="{C464414C-05F4-EDEC-E4A1-E1318660847D}"/>
              </a:ext>
            </a:extLst>
          </p:cNvPr>
          <p:cNvSpPr>
            <a:spLocks noGrp="1"/>
          </p:cNvSpPr>
          <p:nvPr>
            <p:ph type="title"/>
          </p:nvPr>
        </p:nvSpPr>
        <p:spPr>
          <a:xfrm>
            <a:off x="229728" y="640924"/>
            <a:ext cx="6215517" cy="277290"/>
          </a:xfrm>
        </p:spPr>
        <p:txBody>
          <a:bodyPr/>
          <a:lstStyle>
            <a:lvl1pPr>
              <a:defRPr>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112480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9DC485F-96B3-E4A5-F905-896DD24B25FA}"/>
              </a:ext>
            </a:extLst>
          </p:cNvPr>
          <p:cNvSpPr>
            <a:spLocks noGrp="1"/>
          </p:cNvSpPr>
          <p:nvPr>
            <p:ph type="pic" sz="quarter" idx="16"/>
          </p:nvPr>
        </p:nvSpPr>
        <p:spPr>
          <a:xfrm>
            <a:off x="1" y="0"/>
            <a:ext cx="9906000" cy="6858000"/>
          </a:xfrm>
        </p:spPr>
        <p:txBody>
          <a:bodyPr>
            <a:noAutofit/>
          </a:bodyPr>
          <a:lstStyle>
            <a:lvl1pPr>
              <a:defRPr>
                <a:solidFill>
                  <a:schemeClr val="bg1"/>
                </a:solidFill>
              </a:defRPr>
            </a:lvl1pPr>
          </a:lstStyle>
          <a:p>
            <a:r>
              <a:rPr lang="en-US"/>
              <a:t>Click icon to add picture</a:t>
            </a:r>
            <a:endParaRPr lang="en-GB" dirty="0"/>
          </a:p>
        </p:txBody>
      </p:sp>
      <p:sp>
        <p:nvSpPr>
          <p:cNvPr id="9" name="Title 1">
            <a:extLst>
              <a:ext uri="{FF2B5EF4-FFF2-40B4-BE49-F238E27FC236}">
                <a16:creationId xmlns:a16="http://schemas.microsoft.com/office/drawing/2014/main" id="{D53D6382-F608-3306-1FF3-84FEF1555106}"/>
              </a:ext>
            </a:extLst>
          </p:cNvPr>
          <p:cNvSpPr>
            <a:spLocks noGrp="1"/>
          </p:cNvSpPr>
          <p:nvPr>
            <p:ph type="ctrTitle" hasCustomPrompt="1"/>
          </p:nvPr>
        </p:nvSpPr>
        <p:spPr>
          <a:xfrm>
            <a:off x="1238250" y="2174547"/>
            <a:ext cx="7429500" cy="2529072"/>
          </a:xfrm>
        </p:spPr>
        <p:txBody>
          <a:bodyPr anchor="ctr">
            <a:noAutofit/>
          </a:bodyPr>
          <a:lstStyle>
            <a:lvl1pPr algn="ctr">
              <a:lnSpc>
                <a:spcPct val="90000"/>
              </a:lnSpc>
              <a:defRPr sz="3200">
                <a:solidFill>
                  <a:schemeClr val="bg1"/>
                </a:solidFill>
              </a:defRPr>
            </a:lvl1pPr>
          </a:lstStyle>
          <a:p>
            <a:r>
              <a:rPr lang="en-US" dirty="0"/>
              <a:t>Click to edit </a:t>
            </a:r>
            <a:br>
              <a:rPr lang="en-US" dirty="0"/>
            </a:br>
            <a:r>
              <a:rPr lang="en-US" dirty="0"/>
              <a:t>Master title style</a:t>
            </a:r>
          </a:p>
        </p:txBody>
      </p:sp>
      <p:sp>
        <p:nvSpPr>
          <p:cNvPr id="4" name="Picture Placeholder 10">
            <a:extLst>
              <a:ext uri="{FF2B5EF4-FFF2-40B4-BE49-F238E27FC236}">
                <a16:creationId xmlns:a16="http://schemas.microsoft.com/office/drawing/2014/main" id="{F32F55C9-E973-51CD-0C53-9EE26E785407}"/>
              </a:ext>
            </a:extLst>
          </p:cNvPr>
          <p:cNvSpPr>
            <a:spLocks noGrp="1"/>
          </p:cNvSpPr>
          <p:nvPr>
            <p:ph type="pic" sz="quarter" idx="14"/>
          </p:nvPr>
        </p:nvSpPr>
        <p:spPr>
          <a:xfrm>
            <a:off x="8295841" y="6479905"/>
            <a:ext cx="1379227" cy="148864"/>
          </a:xfrm>
        </p:spPr>
        <p:txBody>
          <a:bodyPr>
            <a:noAutofit/>
          </a:bodyPr>
          <a:lstStyle>
            <a:lvl1pPr>
              <a:defRPr sz="778">
                <a:solidFill>
                  <a:schemeClr val="bg1"/>
                </a:solidFill>
              </a:defRPr>
            </a:lvl1pPr>
          </a:lstStyle>
          <a:p>
            <a:r>
              <a:rPr lang="en-US"/>
              <a:t>Click icon to add picture</a:t>
            </a:r>
            <a:endParaRPr lang="en-GB" dirty="0"/>
          </a:p>
        </p:txBody>
      </p:sp>
      <p:sp>
        <p:nvSpPr>
          <p:cNvPr id="12" name="Footer Placeholder 4">
            <a:extLst>
              <a:ext uri="{FF2B5EF4-FFF2-40B4-BE49-F238E27FC236}">
                <a16:creationId xmlns:a16="http://schemas.microsoft.com/office/drawing/2014/main" id="{BEAF5F00-7D40-9E85-A3DA-B4DBD303E9ED}"/>
              </a:ext>
            </a:extLst>
          </p:cNvPr>
          <p:cNvSpPr>
            <a:spLocks noGrp="1"/>
          </p:cNvSpPr>
          <p:nvPr>
            <p:ph type="ftr" sz="quarter" idx="11"/>
          </p:nvPr>
        </p:nvSpPr>
        <p:spPr>
          <a:xfrm>
            <a:off x="232188" y="200885"/>
            <a:ext cx="6215517"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13" name="Slide Number Placeholder 5">
            <a:extLst>
              <a:ext uri="{FF2B5EF4-FFF2-40B4-BE49-F238E27FC236}">
                <a16:creationId xmlns:a16="http://schemas.microsoft.com/office/drawing/2014/main" id="{C685F23E-7F86-74EF-743A-63DB7FD7988D}"/>
              </a:ext>
            </a:extLst>
          </p:cNvPr>
          <p:cNvSpPr>
            <a:spLocks noGrp="1"/>
          </p:cNvSpPr>
          <p:nvPr>
            <p:ph type="sldNum" sz="quarter" idx="12"/>
          </p:nvPr>
        </p:nvSpPr>
        <p:spPr>
          <a:xfrm>
            <a:off x="9099797" y="200885"/>
            <a:ext cx="573373" cy="103424"/>
          </a:xfrm>
        </p:spPr>
        <p:txBody>
          <a:bodyPr/>
          <a:lstStyle>
            <a:lvl1pPr>
              <a:defRPr>
                <a:solidFill>
                  <a:schemeClr val="bg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4052785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chemeClr val="accent1"/>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AF281D63-8EAC-6327-07E3-4BD8AC1735CD}"/>
              </a:ext>
            </a:extLst>
          </p:cNvPr>
          <p:cNvSpPr>
            <a:spLocks noGrp="1"/>
          </p:cNvSpPr>
          <p:nvPr>
            <p:ph type="pic" sz="quarter" idx="17"/>
          </p:nvPr>
        </p:nvSpPr>
        <p:spPr>
          <a:xfrm>
            <a:off x="4953001" y="2"/>
            <a:ext cx="4953000" cy="6857777"/>
          </a:xfrm>
        </p:spPr>
        <p:txBody>
          <a:bodyPr>
            <a:noAutofit/>
          </a:bodyPr>
          <a:lstStyle>
            <a:lvl1pPr>
              <a:defRPr>
                <a:solidFill>
                  <a:schemeClr val="bg1"/>
                </a:solidFill>
              </a:defRPr>
            </a:lvl1pPr>
          </a:lstStyle>
          <a:p>
            <a:r>
              <a:rPr lang="en-US"/>
              <a:t>Click icon to add picture</a:t>
            </a:r>
            <a:endParaRPr lang="en-GB"/>
          </a:p>
        </p:txBody>
      </p:sp>
      <p:sp>
        <p:nvSpPr>
          <p:cNvPr id="9" name="Title 1">
            <a:extLst>
              <a:ext uri="{FF2B5EF4-FFF2-40B4-BE49-F238E27FC236}">
                <a16:creationId xmlns:a16="http://schemas.microsoft.com/office/drawing/2014/main" id="{3FDAA27F-02B8-1044-6553-29319F2DB44F}"/>
              </a:ext>
            </a:extLst>
          </p:cNvPr>
          <p:cNvSpPr>
            <a:spLocks noGrp="1"/>
          </p:cNvSpPr>
          <p:nvPr>
            <p:ph type="ctrTitle" hasCustomPrompt="1"/>
          </p:nvPr>
        </p:nvSpPr>
        <p:spPr>
          <a:xfrm>
            <a:off x="1238250" y="2174547"/>
            <a:ext cx="7429500" cy="2529072"/>
          </a:xfrm>
        </p:spPr>
        <p:txBody>
          <a:bodyPr anchor="ctr">
            <a:noAutofit/>
          </a:bodyPr>
          <a:lstStyle>
            <a:lvl1pPr algn="ctr">
              <a:lnSpc>
                <a:spcPct val="90000"/>
              </a:lnSpc>
              <a:defRPr sz="3133">
                <a:solidFill>
                  <a:schemeClr val="bg1"/>
                </a:solidFill>
              </a:defRPr>
            </a:lvl1pPr>
          </a:lstStyle>
          <a:p>
            <a:r>
              <a:rPr lang="en-US" dirty="0"/>
              <a:t>Click to edit </a:t>
            </a:r>
            <a:br>
              <a:rPr lang="en-US" dirty="0"/>
            </a:br>
            <a:r>
              <a:rPr lang="en-US" dirty="0"/>
              <a:t>Master title style</a:t>
            </a:r>
          </a:p>
        </p:txBody>
      </p:sp>
      <p:sp>
        <p:nvSpPr>
          <p:cNvPr id="4" name="Picture Placeholder 10">
            <a:extLst>
              <a:ext uri="{FF2B5EF4-FFF2-40B4-BE49-F238E27FC236}">
                <a16:creationId xmlns:a16="http://schemas.microsoft.com/office/drawing/2014/main" id="{E78BF56E-690E-5CFD-F662-B518EF16AB0B}"/>
              </a:ext>
            </a:extLst>
          </p:cNvPr>
          <p:cNvSpPr>
            <a:spLocks noGrp="1"/>
          </p:cNvSpPr>
          <p:nvPr>
            <p:ph type="pic" sz="quarter" idx="14"/>
          </p:nvPr>
        </p:nvSpPr>
        <p:spPr>
          <a:xfrm>
            <a:off x="8295841" y="6479905"/>
            <a:ext cx="1379227" cy="148864"/>
          </a:xfrm>
        </p:spPr>
        <p:txBody>
          <a:bodyPr>
            <a:noAutofit/>
          </a:bodyPr>
          <a:lstStyle>
            <a:lvl1pPr>
              <a:defRPr sz="778">
                <a:solidFill>
                  <a:schemeClr val="bg1"/>
                </a:solidFill>
              </a:defRPr>
            </a:lvl1pPr>
          </a:lstStyle>
          <a:p>
            <a:r>
              <a:rPr lang="en-US"/>
              <a:t>Click icon to add picture</a:t>
            </a:r>
            <a:endParaRPr lang="en-GB" dirty="0"/>
          </a:p>
        </p:txBody>
      </p:sp>
      <p:sp>
        <p:nvSpPr>
          <p:cNvPr id="7" name="Footer Placeholder 4">
            <a:extLst>
              <a:ext uri="{FF2B5EF4-FFF2-40B4-BE49-F238E27FC236}">
                <a16:creationId xmlns:a16="http://schemas.microsoft.com/office/drawing/2014/main" id="{FF41C695-166B-F8FF-3D19-87E2B6D2107D}"/>
              </a:ext>
            </a:extLst>
          </p:cNvPr>
          <p:cNvSpPr>
            <a:spLocks noGrp="1"/>
          </p:cNvSpPr>
          <p:nvPr>
            <p:ph type="ftr" sz="quarter" idx="11"/>
          </p:nvPr>
        </p:nvSpPr>
        <p:spPr>
          <a:xfrm>
            <a:off x="232188" y="200885"/>
            <a:ext cx="4604397"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12" name="Slide Number Placeholder 5">
            <a:extLst>
              <a:ext uri="{FF2B5EF4-FFF2-40B4-BE49-F238E27FC236}">
                <a16:creationId xmlns:a16="http://schemas.microsoft.com/office/drawing/2014/main" id="{C779494C-72B9-F829-37E1-E45B186C6E65}"/>
              </a:ext>
            </a:extLst>
          </p:cNvPr>
          <p:cNvSpPr>
            <a:spLocks noGrp="1"/>
          </p:cNvSpPr>
          <p:nvPr>
            <p:ph type="sldNum" sz="quarter" idx="12"/>
          </p:nvPr>
        </p:nvSpPr>
        <p:spPr>
          <a:xfrm>
            <a:off x="9099797" y="200885"/>
            <a:ext cx="573373" cy="103424"/>
          </a:xfrm>
        </p:spPr>
        <p:txBody>
          <a:bodyPr/>
          <a:lstStyle>
            <a:lvl1pPr>
              <a:defRPr>
                <a:solidFill>
                  <a:schemeClr val="bg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884547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82EBBEF-1303-3392-564C-6504C14391D5}"/>
              </a:ext>
            </a:extLst>
          </p:cNvPr>
          <p:cNvSpPr>
            <a:spLocks noGrp="1"/>
          </p:cNvSpPr>
          <p:nvPr>
            <p:ph type="ctrTitle" hasCustomPrompt="1"/>
          </p:nvPr>
        </p:nvSpPr>
        <p:spPr>
          <a:xfrm>
            <a:off x="1238250" y="2174547"/>
            <a:ext cx="7429500" cy="2529072"/>
          </a:xfrm>
        </p:spPr>
        <p:txBody>
          <a:bodyPr anchor="ctr">
            <a:noAutofit/>
          </a:bodyPr>
          <a:lstStyle>
            <a:lvl1pPr algn="ctr">
              <a:lnSpc>
                <a:spcPct val="90000"/>
              </a:lnSpc>
              <a:defRPr sz="3200">
                <a:solidFill>
                  <a:schemeClr val="bg1"/>
                </a:solidFill>
              </a:defRPr>
            </a:lvl1pPr>
          </a:lstStyle>
          <a:p>
            <a:r>
              <a:rPr lang="en-US" dirty="0"/>
              <a:t>Click to edit </a:t>
            </a:r>
            <a:br>
              <a:rPr lang="en-US" dirty="0"/>
            </a:br>
            <a:r>
              <a:rPr lang="en-US" dirty="0"/>
              <a:t>Master title style</a:t>
            </a:r>
          </a:p>
        </p:txBody>
      </p:sp>
      <p:pic>
        <p:nvPicPr>
          <p:cNvPr id="7" name="Picture Placeholder 6">
            <a:extLst>
              <a:ext uri="{FF2B5EF4-FFF2-40B4-BE49-F238E27FC236}">
                <a16:creationId xmlns:a16="http://schemas.microsoft.com/office/drawing/2014/main" id="{7EDB20D6-2E6B-A43E-45AA-A5ADE2105D19}"/>
              </a:ext>
            </a:extLst>
          </p:cNvPr>
          <p:cNvPicPr>
            <a:picLocks noChangeAspect="1"/>
          </p:cNvPicPr>
          <p:nvPr userDrawn="1"/>
        </p:nvPicPr>
        <p:blipFill>
          <a:blip r:embed="rId2" cstate="screen">
            <a:alphaModFix amt="4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11" name="Footer Placeholder 4">
            <a:extLst>
              <a:ext uri="{FF2B5EF4-FFF2-40B4-BE49-F238E27FC236}">
                <a16:creationId xmlns:a16="http://schemas.microsoft.com/office/drawing/2014/main" id="{8E43228A-F8F3-5B89-79A2-BC529F012EB9}"/>
              </a:ext>
            </a:extLst>
          </p:cNvPr>
          <p:cNvSpPr>
            <a:spLocks noGrp="1"/>
          </p:cNvSpPr>
          <p:nvPr>
            <p:ph type="ftr" sz="quarter" idx="11"/>
          </p:nvPr>
        </p:nvSpPr>
        <p:spPr>
          <a:xfrm>
            <a:off x="232188" y="200885"/>
            <a:ext cx="6215517"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12" name="Slide Number Placeholder 5">
            <a:extLst>
              <a:ext uri="{FF2B5EF4-FFF2-40B4-BE49-F238E27FC236}">
                <a16:creationId xmlns:a16="http://schemas.microsoft.com/office/drawing/2014/main" id="{FD67292A-5053-9960-B08F-D0CD53DBA17F}"/>
              </a:ext>
            </a:extLst>
          </p:cNvPr>
          <p:cNvSpPr>
            <a:spLocks noGrp="1"/>
          </p:cNvSpPr>
          <p:nvPr>
            <p:ph type="sldNum" sz="quarter" idx="12"/>
          </p:nvPr>
        </p:nvSpPr>
        <p:spPr>
          <a:xfrm>
            <a:off x="9099797" y="200885"/>
            <a:ext cx="573373" cy="103424"/>
          </a:xfrm>
        </p:spPr>
        <p:txBody>
          <a:bodyPr/>
          <a:lstStyle>
            <a:lvl1pPr>
              <a:defRPr>
                <a:solidFill>
                  <a:schemeClr val="bg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4187287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6BD30D0-4888-0A31-2C13-68663EB2F6B1}"/>
              </a:ext>
            </a:extLst>
          </p:cNvPr>
          <p:cNvSpPr>
            <a:spLocks noGrp="1"/>
          </p:cNvSpPr>
          <p:nvPr>
            <p:ph type="ctrTitle" hasCustomPrompt="1"/>
          </p:nvPr>
        </p:nvSpPr>
        <p:spPr>
          <a:xfrm>
            <a:off x="1238250" y="2174547"/>
            <a:ext cx="7429500" cy="2529072"/>
          </a:xfrm>
        </p:spPr>
        <p:txBody>
          <a:bodyPr anchor="ctr">
            <a:noAutofit/>
          </a:bodyPr>
          <a:lstStyle>
            <a:lvl1pPr algn="ctr">
              <a:lnSpc>
                <a:spcPct val="90000"/>
              </a:lnSpc>
              <a:defRPr sz="3200">
                <a:solidFill>
                  <a:schemeClr val="bg2"/>
                </a:solidFill>
              </a:defRPr>
            </a:lvl1pPr>
          </a:lstStyle>
          <a:p>
            <a:r>
              <a:rPr lang="en-US" dirty="0"/>
              <a:t>Click to edit </a:t>
            </a:r>
            <a:br>
              <a:rPr lang="en-US" dirty="0"/>
            </a:br>
            <a:r>
              <a:rPr lang="en-US" dirty="0"/>
              <a:t>Master title style</a:t>
            </a:r>
          </a:p>
        </p:txBody>
      </p:sp>
      <p:pic>
        <p:nvPicPr>
          <p:cNvPr id="3" name="Picture Placeholder 6">
            <a:extLst>
              <a:ext uri="{FF2B5EF4-FFF2-40B4-BE49-F238E27FC236}">
                <a16:creationId xmlns:a16="http://schemas.microsoft.com/office/drawing/2014/main" id="{74D33B52-BFCD-A859-0A9B-9A6E7AFC2DF1}"/>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6" name="Footer Placeholder 4">
            <a:extLst>
              <a:ext uri="{FF2B5EF4-FFF2-40B4-BE49-F238E27FC236}">
                <a16:creationId xmlns:a16="http://schemas.microsoft.com/office/drawing/2014/main" id="{94C0701F-76C5-C42C-C0CB-56B6051C6F2F}"/>
              </a:ext>
            </a:extLst>
          </p:cNvPr>
          <p:cNvSpPr>
            <a:spLocks noGrp="1"/>
          </p:cNvSpPr>
          <p:nvPr>
            <p:ph type="ftr" sz="quarter" idx="11"/>
          </p:nvPr>
        </p:nvSpPr>
        <p:spPr>
          <a:xfrm>
            <a:off x="232188" y="200885"/>
            <a:ext cx="621551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7" name="Slide Number Placeholder 5">
            <a:extLst>
              <a:ext uri="{FF2B5EF4-FFF2-40B4-BE49-F238E27FC236}">
                <a16:creationId xmlns:a16="http://schemas.microsoft.com/office/drawing/2014/main" id="{74C24AB3-1196-46CE-FC8E-DC64CBAD7EEE}"/>
              </a:ext>
            </a:extLst>
          </p:cNvPr>
          <p:cNvSpPr>
            <a:spLocks noGrp="1"/>
          </p:cNvSpPr>
          <p:nvPr>
            <p:ph type="sldNum" sz="quarter" idx="12"/>
          </p:nvPr>
        </p:nvSpPr>
        <p:spPr>
          <a:xfrm>
            <a:off x="9099797" y="200885"/>
            <a:ext cx="573373" cy="103424"/>
          </a:xfrm>
        </p:spPr>
        <p:txBody>
          <a:bodyPr/>
          <a:lstStyle>
            <a:lvl1pPr>
              <a:defRPr>
                <a:solidFill>
                  <a:schemeClr val="tx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903340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1">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2A25BCC-9BFF-2C7B-C726-CAE50443088A}"/>
              </a:ext>
            </a:extLst>
          </p:cNvPr>
          <p:cNvSpPr>
            <a:spLocks noGrp="1"/>
          </p:cNvSpPr>
          <p:nvPr>
            <p:ph type="body" sz="quarter" idx="13" hasCustomPrompt="1"/>
          </p:nvPr>
        </p:nvSpPr>
        <p:spPr>
          <a:xfrm>
            <a:off x="1626071" y="2827232"/>
            <a:ext cx="6653859" cy="1167627"/>
          </a:xfrm>
        </p:spPr>
        <p:txBody>
          <a:bodyPr anchor="ctr"/>
          <a:lstStyle>
            <a:lvl1pPr algn="ctr">
              <a:lnSpc>
                <a:spcPct val="97000"/>
              </a:lnSpc>
              <a:defRPr sz="1400" b="0" cap="all" spc="20" baseline="0">
                <a:solidFill>
                  <a:schemeClr val="bg1"/>
                </a:solidFill>
                <a:latin typeface="+mj-lt"/>
              </a:defRPr>
            </a:lvl1pPr>
            <a:lvl2pPr algn="ctr">
              <a:lnSpc>
                <a:spcPct val="95000"/>
              </a:lnSpc>
              <a:spcBef>
                <a:spcPts val="1401"/>
              </a:spcBef>
              <a:defRPr sz="1100" spc="-8" baseline="0">
                <a:solidFill>
                  <a:schemeClr val="bg1"/>
                </a:solidFill>
                <a:latin typeface="+mj-lt"/>
              </a:defRPr>
            </a:lvl2pPr>
            <a:lvl3pPr algn="ctr">
              <a:lnSpc>
                <a:spcPct val="95000"/>
              </a:lnSpc>
              <a:defRPr sz="1100" b="0">
                <a:solidFill>
                  <a:schemeClr val="bg1"/>
                </a:solidFill>
                <a:latin typeface="+mn-lt"/>
              </a:defRPr>
            </a:lvl3pPr>
            <a:lvl4pPr algn="ctr">
              <a:lnSpc>
                <a:spcPct val="95000"/>
              </a:lnSpc>
              <a:defRPr sz="900">
                <a:solidFill>
                  <a:schemeClr val="bg1"/>
                </a:solidFill>
              </a:defRPr>
            </a:lvl4pPr>
            <a:lvl5pPr algn="ctr">
              <a:lnSpc>
                <a:spcPct val="95000"/>
              </a:lnSpc>
              <a:defRPr sz="800">
                <a:solidFill>
                  <a:schemeClr val="bg1"/>
                </a:solidFill>
              </a:defRPr>
            </a:lvl5pPr>
          </a:lstStyle>
          <a:p>
            <a:pPr lvl="0"/>
            <a:r>
              <a:rPr lang="en-GB" dirty="0"/>
              <a:t>Click to edit Master</a:t>
            </a:r>
            <a:br>
              <a:rPr lang="en-GB" dirty="0"/>
            </a:br>
            <a:r>
              <a:rPr lang="en-GB" dirty="0"/>
              <a:t>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3" name="Picture Placeholder 6">
            <a:extLst>
              <a:ext uri="{FF2B5EF4-FFF2-40B4-BE49-F238E27FC236}">
                <a16:creationId xmlns:a16="http://schemas.microsoft.com/office/drawing/2014/main" id="{95DE6457-FC58-E423-7126-1576F0DFB9A3}"/>
              </a:ext>
            </a:extLst>
          </p:cNvPr>
          <p:cNvPicPr>
            <a:picLocks noChangeAspect="1"/>
          </p:cNvPicPr>
          <p:nvPr userDrawn="1"/>
        </p:nvPicPr>
        <p:blipFill>
          <a:blip r:embed="rId2" cstate="screen">
            <a:alphaModFix amt="4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9" name="Footer Placeholder 4">
            <a:extLst>
              <a:ext uri="{FF2B5EF4-FFF2-40B4-BE49-F238E27FC236}">
                <a16:creationId xmlns:a16="http://schemas.microsoft.com/office/drawing/2014/main" id="{ABB31BAB-815E-F847-3DF4-BC1820AD6014}"/>
              </a:ext>
            </a:extLst>
          </p:cNvPr>
          <p:cNvSpPr>
            <a:spLocks noGrp="1"/>
          </p:cNvSpPr>
          <p:nvPr>
            <p:ph type="ftr" sz="quarter" idx="11"/>
          </p:nvPr>
        </p:nvSpPr>
        <p:spPr>
          <a:xfrm>
            <a:off x="232188" y="200885"/>
            <a:ext cx="6215517"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11" name="Slide Number Placeholder 5">
            <a:extLst>
              <a:ext uri="{FF2B5EF4-FFF2-40B4-BE49-F238E27FC236}">
                <a16:creationId xmlns:a16="http://schemas.microsoft.com/office/drawing/2014/main" id="{59128BC0-077F-D2E0-FE4B-D13641477D67}"/>
              </a:ext>
            </a:extLst>
          </p:cNvPr>
          <p:cNvSpPr>
            <a:spLocks noGrp="1"/>
          </p:cNvSpPr>
          <p:nvPr>
            <p:ph type="sldNum" sz="quarter" idx="12"/>
          </p:nvPr>
        </p:nvSpPr>
        <p:spPr>
          <a:xfrm>
            <a:off x="9099797" y="200885"/>
            <a:ext cx="573373" cy="103424"/>
          </a:xfrm>
        </p:spPr>
        <p:txBody>
          <a:bodyPr/>
          <a:lstStyle>
            <a:lvl1pPr>
              <a:defRPr>
                <a:solidFill>
                  <a:schemeClr val="bg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2110115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Quote 1">
    <p:bg>
      <p:bgPr>
        <a:solidFill>
          <a:schemeClr val="accent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B9B91ED2-E11B-6C6D-36AB-AFB5F18F3174}"/>
              </a:ext>
            </a:extLst>
          </p:cNvPr>
          <p:cNvSpPr>
            <a:spLocks noGrp="1"/>
          </p:cNvSpPr>
          <p:nvPr>
            <p:ph type="pic" sz="quarter" idx="16"/>
          </p:nvPr>
        </p:nvSpPr>
        <p:spPr>
          <a:xfrm>
            <a:off x="1" y="0"/>
            <a:ext cx="9906000" cy="6858000"/>
          </a:xfrm>
        </p:spPr>
        <p:txBody>
          <a:bodyPr>
            <a:noAutofit/>
          </a:bodyPr>
          <a:lstStyle>
            <a:lvl1pPr>
              <a:defRPr>
                <a:solidFill>
                  <a:schemeClr val="bg1"/>
                </a:solidFill>
              </a:defRPr>
            </a:lvl1pPr>
          </a:lstStyle>
          <a:p>
            <a:r>
              <a:rPr lang="en-US"/>
              <a:t>Click icon to add picture</a:t>
            </a:r>
            <a:endParaRPr lang="en-GB" dirty="0"/>
          </a:p>
        </p:txBody>
      </p:sp>
      <p:sp>
        <p:nvSpPr>
          <p:cNvPr id="12" name="Text Placeholder 4">
            <a:extLst>
              <a:ext uri="{FF2B5EF4-FFF2-40B4-BE49-F238E27FC236}">
                <a16:creationId xmlns:a16="http://schemas.microsoft.com/office/drawing/2014/main" id="{42F3E4AA-031A-F6AE-544F-3BD0BEC190B3}"/>
              </a:ext>
            </a:extLst>
          </p:cNvPr>
          <p:cNvSpPr>
            <a:spLocks noGrp="1"/>
          </p:cNvSpPr>
          <p:nvPr>
            <p:ph type="body" sz="quarter" idx="13" hasCustomPrompt="1"/>
          </p:nvPr>
        </p:nvSpPr>
        <p:spPr>
          <a:xfrm>
            <a:off x="1626071" y="2827232"/>
            <a:ext cx="6653859" cy="1167627"/>
          </a:xfrm>
        </p:spPr>
        <p:txBody>
          <a:bodyPr anchor="ctr"/>
          <a:lstStyle>
            <a:lvl1pPr algn="ctr">
              <a:lnSpc>
                <a:spcPct val="97000"/>
              </a:lnSpc>
              <a:defRPr sz="1400" b="0" cap="all" spc="20" baseline="0">
                <a:solidFill>
                  <a:schemeClr val="bg1"/>
                </a:solidFill>
                <a:latin typeface="+mj-lt"/>
              </a:defRPr>
            </a:lvl1pPr>
            <a:lvl2pPr algn="ctr">
              <a:lnSpc>
                <a:spcPct val="95000"/>
              </a:lnSpc>
              <a:spcBef>
                <a:spcPts val="1401"/>
              </a:spcBef>
              <a:defRPr sz="1100" spc="-8" baseline="0">
                <a:solidFill>
                  <a:schemeClr val="bg1"/>
                </a:solidFill>
                <a:latin typeface="+mj-lt"/>
              </a:defRPr>
            </a:lvl2pPr>
            <a:lvl3pPr algn="ctr">
              <a:lnSpc>
                <a:spcPct val="95000"/>
              </a:lnSpc>
              <a:defRPr sz="1100" b="0">
                <a:solidFill>
                  <a:schemeClr val="bg1"/>
                </a:solidFill>
                <a:latin typeface="+mn-lt"/>
              </a:defRPr>
            </a:lvl3pPr>
            <a:lvl4pPr algn="ctr">
              <a:lnSpc>
                <a:spcPct val="95000"/>
              </a:lnSpc>
              <a:defRPr sz="900">
                <a:solidFill>
                  <a:schemeClr val="bg1"/>
                </a:solidFill>
              </a:defRPr>
            </a:lvl4pPr>
            <a:lvl5pPr algn="ctr">
              <a:lnSpc>
                <a:spcPct val="95000"/>
              </a:lnSpc>
              <a:defRPr sz="800">
                <a:solidFill>
                  <a:schemeClr val="bg1"/>
                </a:solidFill>
              </a:defRPr>
            </a:lvl5pPr>
          </a:lstStyle>
          <a:p>
            <a:pPr lvl="0"/>
            <a:r>
              <a:rPr lang="en-GB" dirty="0"/>
              <a:t>Click to edit Master</a:t>
            </a:r>
            <a:br>
              <a:rPr lang="en-GB" dirty="0"/>
            </a:br>
            <a:r>
              <a:rPr lang="en-GB" dirty="0"/>
              <a:t>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Picture Placeholder 10">
            <a:extLst>
              <a:ext uri="{FF2B5EF4-FFF2-40B4-BE49-F238E27FC236}">
                <a16:creationId xmlns:a16="http://schemas.microsoft.com/office/drawing/2014/main" id="{F709E5E7-5E66-4150-FBD8-15777A329DE1}"/>
              </a:ext>
            </a:extLst>
          </p:cNvPr>
          <p:cNvSpPr>
            <a:spLocks noGrp="1"/>
          </p:cNvSpPr>
          <p:nvPr>
            <p:ph type="pic" sz="quarter" idx="14"/>
          </p:nvPr>
        </p:nvSpPr>
        <p:spPr>
          <a:xfrm>
            <a:off x="8295841" y="6479905"/>
            <a:ext cx="1379227" cy="148864"/>
          </a:xfrm>
        </p:spPr>
        <p:txBody>
          <a:bodyPr>
            <a:noAutofit/>
          </a:bodyPr>
          <a:lstStyle>
            <a:lvl1pPr>
              <a:defRPr sz="778">
                <a:solidFill>
                  <a:schemeClr val="bg1"/>
                </a:solidFill>
              </a:defRPr>
            </a:lvl1pPr>
          </a:lstStyle>
          <a:p>
            <a:r>
              <a:rPr lang="en-US"/>
              <a:t>Click icon to add picture</a:t>
            </a:r>
            <a:endParaRPr lang="en-GB" dirty="0"/>
          </a:p>
        </p:txBody>
      </p:sp>
      <p:sp>
        <p:nvSpPr>
          <p:cNvPr id="5" name="Footer Placeholder 4">
            <a:extLst>
              <a:ext uri="{FF2B5EF4-FFF2-40B4-BE49-F238E27FC236}">
                <a16:creationId xmlns:a16="http://schemas.microsoft.com/office/drawing/2014/main" id="{A67B279E-5C00-6C59-F628-B6E85D684F23}"/>
              </a:ext>
            </a:extLst>
          </p:cNvPr>
          <p:cNvSpPr>
            <a:spLocks noGrp="1"/>
          </p:cNvSpPr>
          <p:nvPr>
            <p:ph type="ftr" sz="quarter" idx="11"/>
          </p:nvPr>
        </p:nvSpPr>
        <p:spPr>
          <a:xfrm>
            <a:off x="232188" y="200885"/>
            <a:ext cx="6215517"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9" name="Slide Number Placeholder 5">
            <a:extLst>
              <a:ext uri="{FF2B5EF4-FFF2-40B4-BE49-F238E27FC236}">
                <a16:creationId xmlns:a16="http://schemas.microsoft.com/office/drawing/2014/main" id="{5032808F-4FA0-7A63-A8B5-D23046B18E38}"/>
              </a:ext>
            </a:extLst>
          </p:cNvPr>
          <p:cNvSpPr>
            <a:spLocks noGrp="1"/>
          </p:cNvSpPr>
          <p:nvPr>
            <p:ph type="sldNum" sz="quarter" idx="12"/>
          </p:nvPr>
        </p:nvSpPr>
        <p:spPr>
          <a:xfrm>
            <a:off x="9099797" y="200885"/>
            <a:ext cx="573373" cy="103424"/>
          </a:xfrm>
        </p:spPr>
        <p:txBody>
          <a:bodyPr/>
          <a:lstStyle>
            <a:lvl1pPr>
              <a:defRPr>
                <a:solidFill>
                  <a:schemeClr val="bg1"/>
                </a:solidFill>
              </a:defRPr>
            </a:lvl1pPr>
          </a:lstStyle>
          <a:p>
            <a:fld id="{91D568E7-61F5-D04E-995D-81EF41C01A2A}" type="slidenum">
              <a:rPr lang="en-GB" smtClean="0"/>
              <a:pPr/>
              <a:t>‹#›</a:t>
            </a:fld>
            <a:endParaRPr lang="en-GB"/>
          </a:p>
        </p:txBody>
      </p:sp>
    </p:spTree>
    <p:extLst>
      <p:ext uri="{BB962C8B-B14F-4D97-AF65-F5344CB8AC3E}">
        <p14:creationId xmlns:p14="http://schemas.microsoft.com/office/powerpoint/2010/main" val="2073044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p:nvPr>
        </p:nvSpPr>
        <p:spPr>
          <a:xfrm>
            <a:off x="2649539" y="1584054"/>
            <a:ext cx="2225254" cy="769378"/>
          </a:xfrm>
        </p:spPr>
        <p:txBody>
          <a:bodyPr/>
          <a:lstStyle>
            <a:lvl1pPr>
              <a:lnSpc>
                <a:spcPct val="106000"/>
              </a:lnSpc>
              <a:defRPr sz="900">
                <a:solidFill>
                  <a:schemeClr val="tx1"/>
                </a:solidFill>
              </a:defRPr>
            </a:lvl1pPr>
            <a:lvl2pPr>
              <a:lnSpc>
                <a:spcPct val="106000"/>
              </a:lnSpc>
              <a:spcAft>
                <a:spcPts val="817"/>
              </a:spcAft>
              <a:defRPr sz="9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8" y="1584778"/>
            <a:ext cx="2186427" cy="2137764"/>
          </a:xfrm>
          <a:solidFill>
            <a:schemeClr val="bg1">
              <a:lumMod val="95000"/>
            </a:schemeClr>
          </a:solidFill>
          <a:ln>
            <a:noFill/>
          </a:ln>
        </p:spPr>
        <p:txBody>
          <a:bodyPr>
            <a:noAutofit/>
          </a:bodyPr>
          <a:lstStyle/>
          <a:p>
            <a:r>
              <a:rPr lang="en-US"/>
              <a:t>Click icon to add picture</a:t>
            </a:r>
            <a:endParaRPr lang="en-GB" dirty="0"/>
          </a:p>
        </p:txBody>
      </p:sp>
      <p:sp>
        <p:nvSpPr>
          <p:cNvPr id="15" name="Text Placeholder 7">
            <a:extLst>
              <a:ext uri="{FF2B5EF4-FFF2-40B4-BE49-F238E27FC236}">
                <a16:creationId xmlns:a16="http://schemas.microsoft.com/office/drawing/2014/main" id="{843F90DE-11A0-5491-633B-F7A0BDA74290}"/>
              </a:ext>
            </a:extLst>
          </p:cNvPr>
          <p:cNvSpPr>
            <a:spLocks noGrp="1"/>
          </p:cNvSpPr>
          <p:nvPr>
            <p:ph type="body" sz="quarter" idx="16"/>
          </p:nvPr>
        </p:nvSpPr>
        <p:spPr>
          <a:xfrm>
            <a:off x="7489173" y="1582738"/>
            <a:ext cx="2225254" cy="785664"/>
          </a:xfrm>
        </p:spPr>
        <p:txBody>
          <a:bodyPr/>
          <a:lstStyle>
            <a:lvl1pPr>
              <a:lnSpc>
                <a:spcPct val="106000"/>
              </a:lnSpc>
              <a:defRPr sz="1000">
                <a:solidFill>
                  <a:schemeClr val="tx1"/>
                </a:solidFill>
              </a:defRPr>
            </a:lvl1pPr>
            <a:lvl2pPr>
              <a:lnSpc>
                <a:spcPct val="106000"/>
              </a:lnSpc>
              <a:spcAft>
                <a:spcPts val="817"/>
              </a:spcAft>
              <a:defRPr sz="9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Picture Placeholder 13">
            <a:extLst>
              <a:ext uri="{FF2B5EF4-FFF2-40B4-BE49-F238E27FC236}">
                <a16:creationId xmlns:a16="http://schemas.microsoft.com/office/drawing/2014/main" id="{8AAAED0A-2102-040D-6385-8F10744432E4}"/>
              </a:ext>
            </a:extLst>
          </p:cNvPr>
          <p:cNvSpPr>
            <a:spLocks noGrp="1"/>
          </p:cNvSpPr>
          <p:nvPr>
            <p:ph type="pic" sz="quarter" idx="17"/>
          </p:nvPr>
        </p:nvSpPr>
        <p:spPr>
          <a:xfrm>
            <a:off x="5071204" y="1584778"/>
            <a:ext cx="2186427" cy="2137764"/>
          </a:xfrm>
          <a:solidFill>
            <a:schemeClr val="bg1">
              <a:lumMod val="95000"/>
            </a:schemeClr>
          </a:solidFill>
          <a:ln>
            <a:noFill/>
          </a:ln>
        </p:spPr>
        <p:txBody>
          <a:bodyPr>
            <a:noAutofit/>
          </a:bodyPr>
          <a:lstStyle/>
          <a:p>
            <a:r>
              <a:rPr lang="en-US"/>
              <a:t>Click icon to add picture</a:t>
            </a:r>
            <a:endParaRPr lang="en-GB"/>
          </a:p>
        </p:txBody>
      </p:sp>
      <p:pic>
        <p:nvPicPr>
          <p:cNvPr id="2" name="Picture Placeholder 6">
            <a:extLst>
              <a:ext uri="{FF2B5EF4-FFF2-40B4-BE49-F238E27FC236}">
                <a16:creationId xmlns:a16="http://schemas.microsoft.com/office/drawing/2014/main" id="{43269CDA-FBBD-62F0-F218-A1228C74DA44}"/>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9" name="Text Placeholder 7">
            <a:extLst>
              <a:ext uri="{FF2B5EF4-FFF2-40B4-BE49-F238E27FC236}">
                <a16:creationId xmlns:a16="http://schemas.microsoft.com/office/drawing/2014/main" id="{0BF76514-4140-212D-BABF-BDB094E57469}"/>
              </a:ext>
            </a:extLst>
          </p:cNvPr>
          <p:cNvSpPr>
            <a:spLocks noGrp="1"/>
          </p:cNvSpPr>
          <p:nvPr>
            <p:ph type="body" sz="quarter" idx="18"/>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10" name="Footer Placeholder 4">
            <a:extLst>
              <a:ext uri="{FF2B5EF4-FFF2-40B4-BE49-F238E27FC236}">
                <a16:creationId xmlns:a16="http://schemas.microsoft.com/office/drawing/2014/main" id="{BF6EC92B-F1D8-993E-CD2F-611E23FAEEB8}"/>
              </a:ext>
            </a:extLst>
          </p:cNvPr>
          <p:cNvSpPr>
            <a:spLocks noGrp="1"/>
          </p:cNvSpPr>
          <p:nvPr>
            <p:ph type="ftr" sz="quarter" idx="11"/>
          </p:nvPr>
        </p:nvSpPr>
        <p:spPr>
          <a:xfrm>
            <a:off x="232188" y="200885"/>
            <a:ext cx="621551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12" name="Title 11">
            <a:extLst>
              <a:ext uri="{FF2B5EF4-FFF2-40B4-BE49-F238E27FC236}">
                <a16:creationId xmlns:a16="http://schemas.microsoft.com/office/drawing/2014/main" id="{90C78DAC-AA2E-B2F9-5EEB-7665363E5CCB}"/>
              </a:ext>
            </a:extLst>
          </p:cNvPr>
          <p:cNvSpPr>
            <a:spLocks noGrp="1"/>
          </p:cNvSpPr>
          <p:nvPr>
            <p:ph type="title"/>
          </p:nvPr>
        </p:nvSpPr>
        <p:spPr>
          <a:xfrm>
            <a:off x="229728" y="640924"/>
            <a:ext cx="6215517" cy="277290"/>
          </a:xfrm>
        </p:spPr>
        <p:txBody>
          <a:bodyPr/>
          <a:lstStyle/>
          <a:p>
            <a:r>
              <a:rPr lang="en-US"/>
              <a:t>Click to edit Master title style</a:t>
            </a:r>
            <a:endParaRPr lang="en-GB" dirty="0"/>
          </a:p>
        </p:txBody>
      </p:sp>
    </p:spTree>
    <p:extLst>
      <p:ext uri="{BB962C8B-B14F-4D97-AF65-F5344CB8AC3E}">
        <p14:creationId xmlns:p14="http://schemas.microsoft.com/office/powerpoint/2010/main" val="2115666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8" y="1584523"/>
            <a:ext cx="2186427" cy="2138722"/>
          </a:xfrm>
          <a:solidFill>
            <a:schemeClr val="bg1">
              <a:lumMod val="95000"/>
            </a:schemeClr>
          </a:solidFill>
          <a:ln>
            <a:noFill/>
          </a:ln>
        </p:spPr>
        <p:txBody>
          <a:bodyPr>
            <a:noAutofit/>
          </a:bodyPr>
          <a:lstStyle/>
          <a:p>
            <a:r>
              <a:rPr lang="en-US"/>
              <a:t>Click icon to add picture</a:t>
            </a:r>
            <a:endParaRPr lang="en-GB" dirty="0"/>
          </a:p>
        </p:txBody>
      </p:sp>
      <p:sp>
        <p:nvSpPr>
          <p:cNvPr id="3" name="Subtitle 2">
            <a:extLst>
              <a:ext uri="{FF2B5EF4-FFF2-40B4-BE49-F238E27FC236}">
                <a16:creationId xmlns:a16="http://schemas.microsoft.com/office/drawing/2014/main" id="{207F4EF2-3E57-74DD-344F-59DCA9E4821F}"/>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4" name="Text Placeholder 7">
            <a:extLst>
              <a:ext uri="{FF2B5EF4-FFF2-40B4-BE49-F238E27FC236}">
                <a16:creationId xmlns:a16="http://schemas.microsoft.com/office/drawing/2014/main" id="{F8AA3967-D339-7DB3-3094-5C86AE26F50D}"/>
              </a:ext>
            </a:extLst>
          </p:cNvPr>
          <p:cNvSpPr>
            <a:spLocks noGrp="1"/>
          </p:cNvSpPr>
          <p:nvPr>
            <p:ph type="body" sz="quarter" idx="18"/>
          </p:nvPr>
        </p:nvSpPr>
        <p:spPr>
          <a:xfrm>
            <a:off x="233743" y="483381"/>
            <a:ext cx="6213962" cy="135743"/>
          </a:xfrm>
        </p:spPr>
        <p:txBody>
          <a:bodyPr>
            <a:spAutoFit/>
          </a:bodyPr>
          <a:lstStyle>
            <a:lvl1pPr>
              <a:lnSpc>
                <a:spcPct val="98000"/>
              </a:lnSpc>
              <a:defRPr sz="881" b="0" i="0" cap="all" baseline="0">
                <a:solidFill>
                  <a:schemeClr val="bg2"/>
                </a:solidFill>
                <a:latin typeface="Rathbones Sans" pitchFamily="2" charset="0"/>
              </a:defRPr>
            </a:lvl1pPr>
          </a:lstStyle>
          <a:p>
            <a:pPr lvl="0"/>
            <a:r>
              <a:rPr lang="en-US"/>
              <a:t>Click to edit Master text styles</a:t>
            </a:r>
          </a:p>
        </p:txBody>
      </p:sp>
      <p:sp>
        <p:nvSpPr>
          <p:cNvPr id="11" name="Picture Placeholder 13">
            <a:extLst>
              <a:ext uri="{FF2B5EF4-FFF2-40B4-BE49-F238E27FC236}">
                <a16:creationId xmlns:a16="http://schemas.microsoft.com/office/drawing/2014/main" id="{E86D27AF-1B59-161B-57CA-93D269671655}"/>
              </a:ext>
            </a:extLst>
          </p:cNvPr>
          <p:cNvSpPr>
            <a:spLocks noGrp="1"/>
          </p:cNvSpPr>
          <p:nvPr>
            <p:ph type="pic" sz="quarter" idx="20"/>
          </p:nvPr>
        </p:nvSpPr>
        <p:spPr>
          <a:xfrm>
            <a:off x="2652397" y="1584523"/>
            <a:ext cx="2186427" cy="2138722"/>
          </a:xfrm>
          <a:solidFill>
            <a:schemeClr val="bg1">
              <a:lumMod val="95000"/>
            </a:schemeClr>
          </a:solidFill>
          <a:ln>
            <a:noFill/>
          </a:ln>
        </p:spPr>
        <p:txBody>
          <a:bodyPr>
            <a:noAutofit/>
          </a:bodyPr>
          <a:lstStyle/>
          <a:p>
            <a:r>
              <a:rPr lang="en-US"/>
              <a:t>Click icon to add picture</a:t>
            </a:r>
            <a:endParaRPr lang="en-GB" dirty="0"/>
          </a:p>
        </p:txBody>
      </p:sp>
      <p:sp>
        <p:nvSpPr>
          <p:cNvPr id="13" name="Picture Placeholder 13">
            <a:extLst>
              <a:ext uri="{FF2B5EF4-FFF2-40B4-BE49-F238E27FC236}">
                <a16:creationId xmlns:a16="http://schemas.microsoft.com/office/drawing/2014/main" id="{FE497AA2-9A28-1511-D03F-2C6D4CBB526B}"/>
              </a:ext>
            </a:extLst>
          </p:cNvPr>
          <p:cNvSpPr>
            <a:spLocks noGrp="1"/>
          </p:cNvSpPr>
          <p:nvPr>
            <p:ph type="pic" sz="quarter" idx="22"/>
          </p:nvPr>
        </p:nvSpPr>
        <p:spPr>
          <a:xfrm>
            <a:off x="5072605" y="1584523"/>
            <a:ext cx="2186427" cy="2138722"/>
          </a:xfrm>
          <a:solidFill>
            <a:schemeClr val="bg1">
              <a:lumMod val="95000"/>
            </a:schemeClr>
          </a:solidFill>
          <a:ln>
            <a:noFill/>
          </a:ln>
        </p:spPr>
        <p:txBody>
          <a:bodyPr>
            <a:noAutofit/>
          </a:bodyPr>
          <a:lstStyle/>
          <a:p>
            <a:r>
              <a:rPr lang="en-US"/>
              <a:t>Click icon to add picture</a:t>
            </a:r>
            <a:endParaRPr lang="en-GB" dirty="0"/>
          </a:p>
        </p:txBody>
      </p:sp>
      <p:sp>
        <p:nvSpPr>
          <p:cNvPr id="18" name="Picture Placeholder 13">
            <a:extLst>
              <a:ext uri="{FF2B5EF4-FFF2-40B4-BE49-F238E27FC236}">
                <a16:creationId xmlns:a16="http://schemas.microsoft.com/office/drawing/2014/main" id="{C3C92536-6A50-E816-FA45-3D88CD74F2C1}"/>
              </a:ext>
            </a:extLst>
          </p:cNvPr>
          <p:cNvSpPr>
            <a:spLocks noGrp="1"/>
          </p:cNvSpPr>
          <p:nvPr>
            <p:ph type="pic" sz="quarter" idx="24"/>
          </p:nvPr>
        </p:nvSpPr>
        <p:spPr>
          <a:xfrm>
            <a:off x="7492811" y="1584523"/>
            <a:ext cx="2186427" cy="2138722"/>
          </a:xfrm>
          <a:solidFill>
            <a:schemeClr val="bg1">
              <a:lumMod val="95000"/>
            </a:schemeClr>
          </a:solidFill>
          <a:ln>
            <a:noFill/>
          </a:ln>
        </p:spPr>
        <p:txBody>
          <a:bodyPr>
            <a:noAutofit/>
          </a:bodyPr>
          <a:lstStyle/>
          <a:p>
            <a:r>
              <a:rPr lang="en-US"/>
              <a:t>Click icon to add picture</a:t>
            </a:r>
            <a:endParaRPr lang="en-GB" dirty="0"/>
          </a:p>
        </p:txBody>
      </p:sp>
      <p:sp>
        <p:nvSpPr>
          <p:cNvPr id="22" name="Text Placeholder 7">
            <a:extLst>
              <a:ext uri="{FF2B5EF4-FFF2-40B4-BE49-F238E27FC236}">
                <a16:creationId xmlns:a16="http://schemas.microsoft.com/office/drawing/2014/main" id="{2A6D40C1-AADE-C0C0-A814-D1A46DB743B5}"/>
              </a:ext>
            </a:extLst>
          </p:cNvPr>
          <p:cNvSpPr>
            <a:spLocks noGrp="1"/>
          </p:cNvSpPr>
          <p:nvPr>
            <p:ph type="body" sz="quarter" idx="25"/>
          </p:nvPr>
        </p:nvSpPr>
        <p:spPr>
          <a:xfrm>
            <a:off x="232188" y="3922983"/>
            <a:ext cx="2186427" cy="769378"/>
          </a:xfrm>
        </p:spPr>
        <p:txBody>
          <a:bodyPr/>
          <a:lstStyle>
            <a:lvl1pPr>
              <a:lnSpc>
                <a:spcPct val="106000"/>
              </a:lnSpc>
              <a:defRPr sz="900">
                <a:solidFill>
                  <a:schemeClr val="tx1"/>
                </a:solidFill>
              </a:defRPr>
            </a:lvl1pPr>
            <a:lvl2pPr>
              <a:lnSpc>
                <a:spcPct val="106000"/>
              </a:lnSpc>
              <a:spcAft>
                <a:spcPts val="817"/>
              </a:spcAft>
              <a:defRPr sz="9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7">
            <a:extLst>
              <a:ext uri="{FF2B5EF4-FFF2-40B4-BE49-F238E27FC236}">
                <a16:creationId xmlns:a16="http://schemas.microsoft.com/office/drawing/2014/main" id="{BAD2957B-A2BA-59D3-6623-F863899E07EF}"/>
              </a:ext>
            </a:extLst>
          </p:cNvPr>
          <p:cNvSpPr>
            <a:spLocks noGrp="1"/>
          </p:cNvSpPr>
          <p:nvPr>
            <p:ph type="body" sz="quarter" idx="26"/>
          </p:nvPr>
        </p:nvSpPr>
        <p:spPr>
          <a:xfrm>
            <a:off x="2652397" y="3922983"/>
            <a:ext cx="2186427" cy="769378"/>
          </a:xfrm>
        </p:spPr>
        <p:txBody>
          <a:bodyPr/>
          <a:lstStyle>
            <a:lvl1pPr>
              <a:lnSpc>
                <a:spcPct val="106000"/>
              </a:lnSpc>
              <a:defRPr sz="900">
                <a:solidFill>
                  <a:schemeClr val="tx1"/>
                </a:solidFill>
              </a:defRPr>
            </a:lvl1pPr>
            <a:lvl2pPr>
              <a:lnSpc>
                <a:spcPct val="106000"/>
              </a:lnSpc>
              <a:spcAft>
                <a:spcPts val="817"/>
              </a:spcAft>
              <a:defRPr sz="9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7">
            <a:extLst>
              <a:ext uri="{FF2B5EF4-FFF2-40B4-BE49-F238E27FC236}">
                <a16:creationId xmlns:a16="http://schemas.microsoft.com/office/drawing/2014/main" id="{CC035EAA-8493-53AD-0081-D5A894688A40}"/>
              </a:ext>
            </a:extLst>
          </p:cNvPr>
          <p:cNvSpPr>
            <a:spLocks noGrp="1"/>
          </p:cNvSpPr>
          <p:nvPr>
            <p:ph type="body" sz="quarter" idx="27"/>
          </p:nvPr>
        </p:nvSpPr>
        <p:spPr>
          <a:xfrm>
            <a:off x="5072605" y="3922983"/>
            <a:ext cx="2186427" cy="769378"/>
          </a:xfrm>
        </p:spPr>
        <p:txBody>
          <a:bodyPr/>
          <a:lstStyle>
            <a:lvl1pPr>
              <a:lnSpc>
                <a:spcPct val="106000"/>
              </a:lnSpc>
              <a:defRPr sz="900">
                <a:solidFill>
                  <a:schemeClr val="tx1"/>
                </a:solidFill>
              </a:defRPr>
            </a:lvl1pPr>
            <a:lvl2pPr>
              <a:lnSpc>
                <a:spcPct val="106000"/>
              </a:lnSpc>
              <a:spcAft>
                <a:spcPts val="817"/>
              </a:spcAft>
              <a:defRPr sz="9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7">
            <a:extLst>
              <a:ext uri="{FF2B5EF4-FFF2-40B4-BE49-F238E27FC236}">
                <a16:creationId xmlns:a16="http://schemas.microsoft.com/office/drawing/2014/main" id="{1FF8E681-5418-3D16-1331-F634AB5B1128}"/>
              </a:ext>
            </a:extLst>
          </p:cNvPr>
          <p:cNvSpPr>
            <a:spLocks noGrp="1"/>
          </p:cNvSpPr>
          <p:nvPr>
            <p:ph type="body" sz="quarter" idx="28"/>
          </p:nvPr>
        </p:nvSpPr>
        <p:spPr>
          <a:xfrm>
            <a:off x="7492811" y="3922983"/>
            <a:ext cx="2186427" cy="754117"/>
          </a:xfrm>
        </p:spPr>
        <p:txBody>
          <a:bodyPr/>
          <a:lstStyle>
            <a:lvl1pPr>
              <a:lnSpc>
                <a:spcPct val="106000"/>
              </a:lnSpc>
              <a:defRPr sz="881">
                <a:solidFill>
                  <a:schemeClr val="tx1"/>
                </a:solidFill>
              </a:defRPr>
            </a:lvl1pPr>
            <a:lvl2pPr>
              <a:lnSpc>
                <a:spcPct val="106000"/>
              </a:lnSpc>
              <a:spcAft>
                <a:spcPts val="817"/>
              </a:spcAft>
              <a:defRPr sz="881">
                <a:solidFill>
                  <a:schemeClr val="tx1"/>
                </a:solidFill>
              </a:defRPr>
            </a:lvl2pPr>
            <a:lvl3pPr>
              <a:lnSpc>
                <a:spcPct val="102000"/>
              </a:lnSpc>
              <a:defRPr sz="783" b="0" spc="-8" baseline="0">
                <a:solidFill>
                  <a:schemeClr val="tx1"/>
                </a:solidFill>
                <a:latin typeface="+mn-lt"/>
              </a:defRPr>
            </a:lvl3pPr>
            <a:lvl4pPr>
              <a:lnSpc>
                <a:spcPct val="102000"/>
              </a:lnSpc>
              <a:defRPr sz="783" u="sng">
                <a:solidFill>
                  <a:schemeClr val="tx1"/>
                </a:solidFill>
                <a:latin typeface="+mj-lt"/>
              </a:defRPr>
            </a:lvl4pPr>
            <a:lvl5pPr>
              <a:lnSpc>
                <a:spcPct val="102000"/>
              </a:lnSpc>
              <a:defRPr sz="686">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8" name="Picture Placeholder 6">
            <a:extLst>
              <a:ext uri="{FF2B5EF4-FFF2-40B4-BE49-F238E27FC236}">
                <a16:creationId xmlns:a16="http://schemas.microsoft.com/office/drawing/2014/main" id="{61EDE33F-CE80-D244-FAE8-61BC7D074B20}"/>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10" name="Text Placeholder 7">
            <a:extLst>
              <a:ext uri="{FF2B5EF4-FFF2-40B4-BE49-F238E27FC236}">
                <a16:creationId xmlns:a16="http://schemas.microsoft.com/office/drawing/2014/main" id="{09F96BBC-1741-0759-3131-C3F867E39420}"/>
              </a:ext>
            </a:extLst>
          </p:cNvPr>
          <p:cNvSpPr>
            <a:spLocks noGrp="1"/>
          </p:cNvSpPr>
          <p:nvPr>
            <p:ph type="body" sz="quarter" idx="17"/>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16" name="Title 15">
            <a:extLst>
              <a:ext uri="{FF2B5EF4-FFF2-40B4-BE49-F238E27FC236}">
                <a16:creationId xmlns:a16="http://schemas.microsoft.com/office/drawing/2014/main" id="{B08ED8C5-4B56-8AB3-51E1-FB8F47664261}"/>
              </a:ext>
            </a:extLst>
          </p:cNvPr>
          <p:cNvSpPr>
            <a:spLocks noGrp="1"/>
          </p:cNvSpPr>
          <p:nvPr>
            <p:ph type="title"/>
          </p:nvPr>
        </p:nvSpPr>
        <p:spPr>
          <a:xfrm>
            <a:off x="229728" y="640924"/>
            <a:ext cx="6215517" cy="277290"/>
          </a:xfrm>
        </p:spPr>
        <p:txBody>
          <a:bodyPr/>
          <a:lstStyle/>
          <a:p>
            <a:r>
              <a:rPr lang="en-US"/>
              <a:t>Click to edit Master title style</a:t>
            </a:r>
            <a:endParaRPr lang="en-GB" dirty="0"/>
          </a:p>
        </p:txBody>
      </p:sp>
    </p:spTree>
    <p:extLst>
      <p:ext uri="{BB962C8B-B14F-4D97-AF65-F5344CB8AC3E}">
        <p14:creationId xmlns:p14="http://schemas.microsoft.com/office/powerpoint/2010/main" val="1943596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8"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16" name="Picture Placeholder 13">
            <a:extLst>
              <a:ext uri="{FF2B5EF4-FFF2-40B4-BE49-F238E27FC236}">
                <a16:creationId xmlns:a16="http://schemas.microsoft.com/office/drawing/2014/main" id="{54CB4113-8AED-4578-3C51-0A377D159FFC}"/>
              </a:ext>
            </a:extLst>
          </p:cNvPr>
          <p:cNvSpPr>
            <a:spLocks noGrp="1"/>
          </p:cNvSpPr>
          <p:nvPr>
            <p:ph type="pic" sz="quarter" idx="20"/>
          </p:nvPr>
        </p:nvSpPr>
        <p:spPr>
          <a:xfrm>
            <a:off x="1845244"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20" name="Picture Placeholder 13">
            <a:extLst>
              <a:ext uri="{FF2B5EF4-FFF2-40B4-BE49-F238E27FC236}">
                <a16:creationId xmlns:a16="http://schemas.microsoft.com/office/drawing/2014/main" id="{09CD19B6-002C-10F6-D62D-6E5E922A1148}"/>
              </a:ext>
            </a:extLst>
          </p:cNvPr>
          <p:cNvSpPr>
            <a:spLocks noGrp="1"/>
          </p:cNvSpPr>
          <p:nvPr>
            <p:ph type="pic" sz="quarter" idx="22"/>
          </p:nvPr>
        </p:nvSpPr>
        <p:spPr>
          <a:xfrm>
            <a:off x="3462358"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22" name="Picture Placeholder 13">
            <a:extLst>
              <a:ext uri="{FF2B5EF4-FFF2-40B4-BE49-F238E27FC236}">
                <a16:creationId xmlns:a16="http://schemas.microsoft.com/office/drawing/2014/main" id="{38E10119-E1E3-6F11-F9D9-6CD4754ED8A8}"/>
              </a:ext>
            </a:extLst>
          </p:cNvPr>
          <p:cNvSpPr>
            <a:spLocks noGrp="1"/>
          </p:cNvSpPr>
          <p:nvPr>
            <p:ph type="pic" sz="quarter" idx="24"/>
          </p:nvPr>
        </p:nvSpPr>
        <p:spPr>
          <a:xfrm>
            <a:off x="5074008"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24" name="Picture Placeholder 13">
            <a:extLst>
              <a:ext uri="{FF2B5EF4-FFF2-40B4-BE49-F238E27FC236}">
                <a16:creationId xmlns:a16="http://schemas.microsoft.com/office/drawing/2014/main" id="{2F9AA5CB-8439-AD69-E35F-9EDE0CD7DBDC}"/>
              </a:ext>
            </a:extLst>
          </p:cNvPr>
          <p:cNvSpPr>
            <a:spLocks noGrp="1"/>
          </p:cNvSpPr>
          <p:nvPr>
            <p:ph type="pic" sz="quarter" idx="26"/>
          </p:nvPr>
        </p:nvSpPr>
        <p:spPr>
          <a:xfrm>
            <a:off x="6685658"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26" name="Picture Placeholder 13">
            <a:extLst>
              <a:ext uri="{FF2B5EF4-FFF2-40B4-BE49-F238E27FC236}">
                <a16:creationId xmlns:a16="http://schemas.microsoft.com/office/drawing/2014/main" id="{D0992556-8177-D19D-23B0-9618785B59F0}"/>
              </a:ext>
            </a:extLst>
          </p:cNvPr>
          <p:cNvSpPr>
            <a:spLocks noGrp="1"/>
          </p:cNvSpPr>
          <p:nvPr>
            <p:ph type="pic" sz="quarter" idx="28"/>
          </p:nvPr>
        </p:nvSpPr>
        <p:spPr>
          <a:xfrm>
            <a:off x="8297310" y="1582422"/>
            <a:ext cx="1378933" cy="1346352"/>
          </a:xfrm>
          <a:solidFill>
            <a:schemeClr val="bg1">
              <a:lumMod val="95000"/>
            </a:schemeClr>
          </a:solidFill>
          <a:ln>
            <a:noFill/>
          </a:ln>
        </p:spPr>
        <p:txBody>
          <a:bodyPr>
            <a:noAutofit/>
          </a:bodyPr>
          <a:lstStyle/>
          <a:p>
            <a:r>
              <a:rPr lang="en-US"/>
              <a:t>Click icon to add picture</a:t>
            </a:r>
            <a:endParaRPr lang="en-GB" dirty="0"/>
          </a:p>
        </p:txBody>
      </p:sp>
      <p:sp>
        <p:nvSpPr>
          <p:cNvPr id="30" name="Text Placeholder 7">
            <a:extLst>
              <a:ext uri="{FF2B5EF4-FFF2-40B4-BE49-F238E27FC236}">
                <a16:creationId xmlns:a16="http://schemas.microsoft.com/office/drawing/2014/main" id="{5B9BF502-E142-3F96-622D-DE08CE32753F}"/>
              </a:ext>
            </a:extLst>
          </p:cNvPr>
          <p:cNvSpPr>
            <a:spLocks noGrp="1"/>
          </p:cNvSpPr>
          <p:nvPr>
            <p:ph type="body" sz="quarter" idx="29"/>
          </p:nvPr>
        </p:nvSpPr>
        <p:spPr>
          <a:xfrm>
            <a:off x="232188"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1" name="Text Placeholder 7">
            <a:extLst>
              <a:ext uri="{FF2B5EF4-FFF2-40B4-BE49-F238E27FC236}">
                <a16:creationId xmlns:a16="http://schemas.microsoft.com/office/drawing/2014/main" id="{71FDF7F4-3F3F-CD1F-B771-030ADF14F704}"/>
              </a:ext>
            </a:extLst>
          </p:cNvPr>
          <p:cNvSpPr>
            <a:spLocks noGrp="1"/>
          </p:cNvSpPr>
          <p:nvPr>
            <p:ph type="body" sz="quarter" idx="30"/>
          </p:nvPr>
        </p:nvSpPr>
        <p:spPr>
          <a:xfrm>
            <a:off x="1845244"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7">
            <a:extLst>
              <a:ext uri="{FF2B5EF4-FFF2-40B4-BE49-F238E27FC236}">
                <a16:creationId xmlns:a16="http://schemas.microsoft.com/office/drawing/2014/main" id="{A382B3A6-32DC-CEAF-5B58-204AB8D9346D}"/>
              </a:ext>
            </a:extLst>
          </p:cNvPr>
          <p:cNvSpPr>
            <a:spLocks noGrp="1"/>
          </p:cNvSpPr>
          <p:nvPr>
            <p:ph type="body" sz="quarter" idx="31"/>
          </p:nvPr>
        </p:nvSpPr>
        <p:spPr>
          <a:xfrm>
            <a:off x="3462358"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7">
            <a:extLst>
              <a:ext uri="{FF2B5EF4-FFF2-40B4-BE49-F238E27FC236}">
                <a16:creationId xmlns:a16="http://schemas.microsoft.com/office/drawing/2014/main" id="{5E75DBC8-E78E-0EBE-7D3D-8BF3846B766E}"/>
              </a:ext>
            </a:extLst>
          </p:cNvPr>
          <p:cNvSpPr>
            <a:spLocks noGrp="1"/>
          </p:cNvSpPr>
          <p:nvPr>
            <p:ph type="body" sz="quarter" idx="32"/>
          </p:nvPr>
        </p:nvSpPr>
        <p:spPr>
          <a:xfrm>
            <a:off x="5074008"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4" name="Text Placeholder 7">
            <a:extLst>
              <a:ext uri="{FF2B5EF4-FFF2-40B4-BE49-F238E27FC236}">
                <a16:creationId xmlns:a16="http://schemas.microsoft.com/office/drawing/2014/main" id="{DCFA6F32-78FD-3CDB-2D6B-8F5BBEC2C1AB}"/>
              </a:ext>
            </a:extLst>
          </p:cNvPr>
          <p:cNvSpPr>
            <a:spLocks noGrp="1"/>
          </p:cNvSpPr>
          <p:nvPr>
            <p:ph type="body" sz="quarter" idx="33"/>
          </p:nvPr>
        </p:nvSpPr>
        <p:spPr>
          <a:xfrm>
            <a:off x="6685658"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7">
            <a:extLst>
              <a:ext uri="{FF2B5EF4-FFF2-40B4-BE49-F238E27FC236}">
                <a16:creationId xmlns:a16="http://schemas.microsoft.com/office/drawing/2014/main" id="{16D019DA-5452-D964-D4F2-1A40F4A90041}"/>
              </a:ext>
            </a:extLst>
          </p:cNvPr>
          <p:cNvSpPr>
            <a:spLocks noGrp="1"/>
          </p:cNvSpPr>
          <p:nvPr>
            <p:ph type="body" sz="quarter" idx="34"/>
          </p:nvPr>
        </p:nvSpPr>
        <p:spPr>
          <a:xfrm>
            <a:off x="8297310" y="3126676"/>
            <a:ext cx="1378933" cy="851900"/>
          </a:xfrm>
        </p:spPr>
        <p:txBody>
          <a:bodyPr/>
          <a:lstStyle>
            <a:lvl1pPr>
              <a:lnSpc>
                <a:spcPct val="106000"/>
              </a:lnSpc>
              <a:defRPr sz="800">
                <a:solidFill>
                  <a:schemeClr val="tx1"/>
                </a:solidFill>
              </a:defRPr>
            </a:lvl1pPr>
            <a:lvl2pPr>
              <a:lnSpc>
                <a:spcPct val="106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Placeholder 6">
            <a:extLst>
              <a:ext uri="{FF2B5EF4-FFF2-40B4-BE49-F238E27FC236}">
                <a16:creationId xmlns:a16="http://schemas.microsoft.com/office/drawing/2014/main" id="{5E699D30-600A-30C6-FB75-77FCB0A675A8}"/>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381292A4-D9B0-F4C5-B4F0-90BFD67610A6}"/>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28BAF63C-0370-D19B-5602-7AE5CFAABA3B}"/>
              </a:ext>
            </a:extLst>
          </p:cNvPr>
          <p:cNvSpPr>
            <a:spLocks noGrp="1"/>
          </p:cNvSpPr>
          <p:nvPr>
            <p:ph type="subTitle" idx="1"/>
          </p:nvPr>
        </p:nvSpPr>
        <p:spPr>
          <a:xfrm>
            <a:off x="232188" y="1189487"/>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2" name="Text Placeholder 7">
            <a:extLst>
              <a:ext uri="{FF2B5EF4-FFF2-40B4-BE49-F238E27FC236}">
                <a16:creationId xmlns:a16="http://schemas.microsoft.com/office/drawing/2014/main" id="{8729A1D0-A6B1-496B-EAFB-C7F79E6459B2}"/>
              </a:ext>
            </a:extLst>
          </p:cNvPr>
          <p:cNvSpPr>
            <a:spLocks noGrp="1"/>
          </p:cNvSpPr>
          <p:nvPr>
            <p:ph type="body" sz="quarter" idx="18"/>
          </p:nvPr>
        </p:nvSpPr>
        <p:spPr>
          <a:xfrm>
            <a:off x="233743" y="483381"/>
            <a:ext cx="6213962" cy="135743"/>
          </a:xfrm>
        </p:spPr>
        <p:txBody>
          <a:bodyPr>
            <a:spAutoFit/>
          </a:bodyPr>
          <a:lstStyle>
            <a:lvl1pPr>
              <a:lnSpc>
                <a:spcPct val="98000"/>
              </a:lnSpc>
              <a:defRPr sz="881" b="0" i="0" cap="all" baseline="0">
                <a:solidFill>
                  <a:schemeClr val="bg2"/>
                </a:solidFill>
                <a:latin typeface="Rathbones Sans" pitchFamily="2" charset="0"/>
              </a:defRPr>
            </a:lvl1pPr>
          </a:lstStyle>
          <a:p>
            <a:pPr lvl="0"/>
            <a:r>
              <a:rPr lang="en-US"/>
              <a:t>Click to edit Master text styles</a:t>
            </a:r>
          </a:p>
        </p:txBody>
      </p:sp>
      <p:sp>
        <p:nvSpPr>
          <p:cNvPr id="13" name="Title 12">
            <a:extLst>
              <a:ext uri="{FF2B5EF4-FFF2-40B4-BE49-F238E27FC236}">
                <a16:creationId xmlns:a16="http://schemas.microsoft.com/office/drawing/2014/main" id="{A0291EA9-0A24-60F3-3C03-9CC1BA046441}"/>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10774046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8"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11" name="Picture Placeholder 13">
            <a:extLst>
              <a:ext uri="{FF2B5EF4-FFF2-40B4-BE49-F238E27FC236}">
                <a16:creationId xmlns:a16="http://schemas.microsoft.com/office/drawing/2014/main" id="{81342BFA-F1ED-8B34-D538-1008EC741C27}"/>
              </a:ext>
            </a:extLst>
          </p:cNvPr>
          <p:cNvSpPr>
            <a:spLocks noGrp="1"/>
          </p:cNvSpPr>
          <p:nvPr>
            <p:ph type="pic" sz="quarter" idx="20"/>
          </p:nvPr>
        </p:nvSpPr>
        <p:spPr>
          <a:xfrm>
            <a:off x="1442259"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13" name="Picture Placeholder 13">
            <a:extLst>
              <a:ext uri="{FF2B5EF4-FFF2-40B4-BE49-F238E27FC236}">
                <a16:creationId xmlns:a16="http://schemas.microsoft.com/office/drawing/2014/main" id="{E6188081-2DAC-41C0-2396-BFB971785E5F}"/>
              </a:ext>
            </a:extLst>
          </p:cNvPr>
          <p:cNvSpPr>
            <a:spLocks noGrp="1"/>
          </p:cNvSpPr>
          <p:nvPr>
            <p:ph type="pic" sz="quarter" idx="22"/>
          </p:nvPr>
        </p:nvSpPr>
        <p:spPr>
          <a:xfrm>
            <a:off x="2652329"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18" name="Picture Placeholder 13">
            <a:extLst>
              <a:ext uri="{FF2B5EF4-FFF2-40B4-BE49-F238E27FC236}">
                <a16:creationId xmlns:a16="http://schemas.microsoft.com/office/drawing/2014/main" id="{1C8DF51D-5F83-3219-A175-6EF3AC3A91D3}"/>
              </a:ext>
            </a:extLst>
          </p:cNvPr>
          <p:cNvSpPr>
            <a:spLocks noGrp="1"/>
          </p:cNvSpPr>
          <p:nvPr>
            <p:ph type="pic" sz="quarter" idx="24"/>
          </p:nvPr>
        </p:nvSpPr>
        <p:spPr>
          <a:xfrm>
            <a:off x="3862401"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28" name="Picture Placeholder 13">
            <a:extLst>
              <a:ext uri="{FF2B5EF4-FFF2-40B4-BE49-F238E27FC236}">
                <a16:creationId xmlns:a16="http://schemas.microsoft.com/office/drawing/2014/main" id="{E7563F33-1AD6-9617-0BB4-D373E9641240}"/>
              </a:ext>
            </a:extLst>
          </p:cNvPr>
          <p:cNvSpPr>
            <a:spLocks noGrp="1"/>
          </p:cNvSpPr>
          <p:nvPr>
            <p:ph type="pic" sz="quarter" idx="26"/>
          </p:nvPr>
        </p:nvSpPr>
        <p:spPr>
          <a:xfrm>
            <a:off x="5072472"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30" name="Picture Placeholder 13">
            <a:extLst>
              <a:ext uri="{FF2B5EF4-FFF2-40B4-BE49-F238E27FC236}">
                <a16:creationId xmlns:a16="http://schemas.microsoft.com/office/drawing/2014/main" id="{1CCFB98C-8A28-4D96-7F71-FB2F47142179}"/>
              </a:ext>
            </a:extLst>
          </p:cNvPr>
          <p:cNvSpPr>
            <a:spLocks noGrp="1"/>
          </p:cNvSpPr>
          <p:nvPr>
            <p:ph type="pic" sz="quarter" idx="28"/>
          </p:nvPr>
        </p:nvSpPr>
        <p:spPr>
          <a:xfrm>
            <a:off x="6282541"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32" name="Picture Placeholder 13">
            <a:extLst>
              <a:ext uri="{FF2B5EF4-FFF2-40B4-BE49-F238E27FC236}">
                <a16:creationId xmlns:a16="http://schemas.microsoft.com/office/drawing/2014/main" id="{58DC1EC4-9477-FA36-4263-59C54D8594BD}"/>
              </a:ext>
            </a:extLst>
          </p:cNvPr>
          <p:cNvSpPr>
            <a:spLocks noGrp="1"/>
          </p:cNvSpPr>
          <p:nvPr>
            <p:ph type="pic" sz="quarter" idx="30"/>
          </p:nvPr>
        </p:nvSpPr>
        <p:spPr>
          <a:xfrm>
            <a:off x="7492612"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34" name="Picture Placeholder 13">
            <a:extLst>
              <a:ext uri="{FF2B5EF4-FFF2-40B4-BE49-F238E27FC236}">
                <a16:creationId xmlns:a16="http://schemas.microsoft.com/office/drawing/2014/main" id="{6CE21BAB-B9A6-5D47-D3E4-CB50306F95F2}"/>
              </a:ext>
            </a:extLst>
          </p:cNvPr>
          <p:cNvSpPr>
            <a:spLocks noGrp="1"/>
          </p:cNvSpPr>
          <p:nvPr>
            <p:ph type="pic" sz="quarter" idx="32"/>
          </p:nvPr>
        </p:nvSpPr>
        <p:spPr>
          <a:xfrm>
            <a:off x="8702685" y="1582422"/>
            <a:ext cx="970250" cy="955849"/>
          </a:xfrm>
          <a:solidFill>
            <a:schemeClr val="bg1">
              <a:lumMod val="95000"/>
            </a:schemeClr>
          </a:solidFill>
          <a:ln>
            <a:noFill/>
          </a:ln>
        </p:spPr>
        <p:txBody>
          <a:bodyPr>
            <a:noAutofit/>
          </a:bodyPr>
          <a:lstStyle/>
          <a:p>
            <a:r>
              <a:rPr lang="en-US"/>
              <a:t>Click icon to add picture</a:t>
            </a:r>
            <a:endParaRPr lang="en-GB" dirty="0"/>
          </a:p>
        </p:txBody>
      </p:sp>
      <p:sp>
        <p:nvSpPr>
          <p:cNvPr id="39" name="Text Placeholder 7">
            <a:extLst>
              <a:ext uri="{FF2B5EF4-FFF2-40B4-BE49-F238E27FC236}">
                <a16:creationId xmlns:a16="http://schemas.microsoft.com/office/drawing/2014/main" id="{01952648-AF08-3121-924F-50EE33E79471}"/>
              </a:ext>
            </a:extLst>
          </p:cNvPr>
          <p:cNvSpPr>
            <a:spLocks noGrp="1"/>
          </p:cNvSpPr>
          <p:nvPr>
            <p:ph type="body" sz="quarter" idx="35"/>
          </p:nvPr>
        </p:nvSpPr>
        <p:spPr>
          <a:xfrm>
            <a:off x="232188"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Text Placeholder 7">
            <a:extLst>
              <a:ext uri="{FF2B5EF4-FFF2-40B4-BE49-F238E27FC236}">
                <a16:creationId xmlns:a16="http://schemas.microsoft.com/office/drawing/2014/main" id="{2DCEDD26-A54E-1A4D-88DD-23FAFFD38FFA}"/>
              </a:ext>
            </a:extLst>
          </p:cNvPr>
          <p:cNvSpPr>
            <a:spLocks noGrp="1"/>
          </p:cNvSpPr>
          <p:nvPr>
            <p:ph type="body" sz="quarter" idx="36"/>
          </p:nvPr>
        </p:nvSpPr>
        <p:spPr>
          <a:xfrm>
            <a:off x="1442259"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7">
            <a:extLst>
              <a:ext uri="{FF2B5EF4-FFF2-40B4-BE49-F238E27FC236}">
                <a16:creationId xmlns:a16="http://schemas.microsoft.com/office/drawing/2014/main" id="{F537416D-9626-EC1E-75C6-19369D44A05E}"/>
              </a:ext>
            </a:extLst>
          </p:cNvPr>
          <p:cNvSpPr>
            <a:spLocks noGrp="1"/>
          </p:cNvSpPr>
          <p:nvPr>
            <p:ph type="body" sz="quarter" idx="37"/>
          </p:nvPr>
        </p:nvSpPr>
        <p:spPr>
          <a:xfrm>
            <a:off x="2652330"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2" name="Text Placeholder 7">
            <a:extLst>
              <a:ext uri="{FF2B5EF4-FFF2-40B4-BE49-F238E27FC236}">
                <a16:creationId xmlns:a16="http://schemas.microsoft.com/office/drawing/2014/main" id="{76E76770-70A7-E818-2569-F2802FFB8851}"/>
              </a:ext>
            </a:extLst>
          </p:cNvPr>
          <p:cNvSpPr>
            <a:spLocks noGrp="1"/>
          </p:cNvSpPr>
          <p:nvPr>
            <p:ph type="body" sz="quarter" idx="38"/>
          </p:nvPr>
        </p:nvSpPr>
        <p:spPr>
          <a:xfrm>
            <a:off x="3862401"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3" name="Text Placeholder 7">
            <a:extLst>
              <a:ext uri="{FF2B5EF4-FFF2-40B4-BE49-F238E27FC236}">
                <a16:creationId xmlns:a16="http://schemas.microsoft.com/office/drawing/2014/main" id="{8B1C3D14-B32F-A10C-31B2-E29C7EB0BD9D}"/>
              </a:ext>
            </a:extLst>
          </p:cNvPr>
          <p:cNvSpPr>
            <a:spLocks noGrp="1"/>
          </p:cNvSpPr>
          <p:nvPr>
            <p:ph type="body" sz="quarter" idx="39"/>
          </p:nvPr>
        </p:nvSpPr>
        <p:spPr>
          <a:xfrm>
            <a:off x="5072471"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4" name="Text Placeholder 7">
            <a:extLst>
              <a:ext uri="{FF2B5EF4-FFF2-40B4-BE49-F238E27FC236}">
                <a16:creationId xmlns:a16="http://schemas.microsoft.com/office/drawing/2014/main" id="{D3CDB85D-F25C-6930-6703-1AC362132AEB}"/>
              </a:ext>
            </a:extLst>
          </p:cNvPr>
          <p:cNvSpPr>
            <a:spLocks noGrp="1"/>
          </p:cNvSpPr>
          <p:nvPr>
            <p:ph type="body" sz="quarter" idx="40"/>
          </p:nvPr>
        </p:nvSpPr>
        <p:spPr>
          <a:xfrm>
            <a:off x="6282543"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5" name="Text Placeholder 7">
            <a:extLst>
              <a:ext uri="{FF2B5EF4-FFF2-40B4-BE49-F238E27FC236}">
                <a16:creationId xmlns:a16="http://schemas.microsoft.com/office/drawing/2014/main" id="{276AB08C-1655-97F0-86FE-6EC71818FA45}"/>
              </a:ext>
            </a:extLst>
          </p:cNvPr>
          <p:cNvSpPr>
            <a:spLocks noGrp="1"/>
          </p:cNvSpPr>
          <p:nvPr>
            <p:ph type="body" sz="quarter" idx="41"/>
          </p:nvPr>
        </p:nvSpPr>
        <p:spPr>
          <a:xfrm>
            <a:off x="7492613"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6" name="Text Placeholder 7">
            <a:extLst>
              <a:ext uri="{FF2B5EF4-FFF2-40B4-BE49-F238E27FC236}">
                <a16:creationId xmlns:a16="http://schemas.microsoft.com/office/drawing/2014/main" id="{BE7AFCF8-A093-A121-D077-70F6EB03C66F}"/>
              </a:ext>
            </a:extLst>
          </p:cNvPr>
          <p:cNvSpPr>
            <a:spLocks noGrp="1"/>
          </p:cNvSpPr>
          <p:nvPr>
            <p:ph type="body" sz="quarter" idx="42"/>
          </p:nvPr>
        </p:nvSpPr>
        <p:spPr>
          <a:xfrm>
            <a:off x="8702685" y="2753395"/>
            <a:ext cx="976848" cy="837089"/>
          </a:xfrm>
        </p:spPr>
        <p:txBody>
          <a:bodyPr/>
          <a:lstStyle>
            <a:lvl1pPr>
              <a:lnSpc>
                <a:spcPct val="102000"/>
              </a:lnSpc>
              <a:defRPr sz="800">
                <a:solidFill>
                  <a:schemeClr val="tx1"/>
                </a:solidFill>
              </a:defRPr>
            </a:lvl1pPr>
            <a:lvl2pPr>
              <a:lnSpc>
                <a:spcPct val="102000"/>
              </a:lnSpc>
              <a:spcAft>
                <a:spcPts val="817"/>
              </a:spcAft>
              <a:defRPr sz="800">
                <a:solidFill>
                  <a:schemeClr val="tx1"/>
                </a:solidFill>
              </a:defRPr>
            </a:lvl2pPr>
            <a:lvl3pPr>
              <a:lnSpc>
                <a:spcPct val="102000"/>
              </a:lnSpc>
              <a:defRPr sz="800" b="0" spc="-8" baseline="0">
                <a:solidFill>
                  <a:schemeClr val="tx1"/>
                </a:solidFill>
                <a:latin typeface="+mn-lt"/>
              </a:defRPr>
            </a:lvl3pPr>
            <a:lvl4pPr>
              <a:lnSpc>
                <a:spcPct val="102000"/>
              </a:lnSpc>
              <a:defRPr sz="800" u="sng">
                <a:solidFill>
                  <a:schemeClr val="tx1"/>
                </a:solidFill>
                <a:latin typeface="+mj-lt"/>
              </a:defRPr>
            </a:lvl4pPr>
            <a:lvl5pPr>
              <a:lnSpc>
                <a:spcPct val="102000"/>
              </a:lnSpc>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Placeholder 6">
            <a:extLst>
              <a:ext uri="{FF2B5EF4-FFF2-40B4-BE49-F238E27FC236}">
                <a16:creationId xmlns:a16="http://schemas.microsoft.com/office/drawing/2014/main" id="{73AD0877-8D4F-A5A1-671D-F6D2AFE690AB}"/>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F095D9D4-8576-4AC8-B18A-F852F4C7AFEA}"/>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D24E1D41-E819-DB2D-2194-D081C980A996}"/>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99FAF49C-EC8E-16A0-7427-DBA42087352A}"/>
              </a:ext>
            </a:extLst>
          </p:cNvPr>
          <p:cNvSpPr>
            <a:spLocks noGrp="1"/>
          </p:cNvSpPr>
          <p:nvPr>
            <p:ph type="body" sz="quarter" idx="18"/>
          </p:nvPr>
        </p:nvSpPr>
        <p:spPr>
          <a:xfrm>
            <a:off x="233743" y="483381"/>
            <a:ext cx="6213962" cy="135743"/>
          </a:xfrm>
        </p:spPr>
        <p:txBody>
          <a:bodyPr>
            <a:spAutoFit/>
          </a:bodyPr>
          <a:lstStyle>
            <a:lvl1pPr>
              <a:lnSpc>
                <a:spcPct val="98000"/>
              </a:lnSpc>
              <a:defRPr sz="881" b="0" i="0" cap="all" baseline="0">
                <a:solidFill>
                  <a:schemeClr val="bg2"/>
                </a:solidFill>
                <a:latin typeface="Rathbones Sans" pitchFamily="2" charset="0"/>
              </a:defRPr>
            </a:lvl1pPr>
          </a:lstStyle>
          <a:p>
            <a:pPr lvl="0"/>
            <a:r>
              <a:rPr lang="en-US"/>
              <a:t>Click to edit Master text styles</a:t>
            </a:r>
          </a:p>
        </p:txBody>
      </p:sp>
      <p:sp>
        <p:nvSpPr>
          <p:cNvPr id="12" name="Title 11">
            <a:extLst>
              <a:ext uri="{FF2B5EF4-FFF2-40B4-BE49-F238E27FC236}">
                <a16:creationId xmlns:a16="http://schemas.microsoft.com/office/drawing/2014/main" id="{87C80B43-61E5-CD15-D26B-9DB22D0F79C9}"/>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3346310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5">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p:nvPr>
        </p:nvSpPr>
        <p:spPr>
          <a:xfrm>
            <a:off x="232188" y="2491117"/>
            <a:ext cx="842975" cy="279885"/>
          </a:xfrm>
        </p:spPr>
        <p:txBody>
          <a:bodyPr/>
          <a:lstStyle>
            <a:lvl1pPr>
              <a:lnSpc>
                <a:spcPct val="102000"/>
              </a:lnSpc>
              <a:defRPr sz="588" b="0">
                <a:solidFill>
                  <a:schemeClr val="tx1"/>
                </a:solidFill>
              </a:defRPr>
            </a:lvl1pPr>
            <a:lvl2pPr>
              <a:lnSpc>
                <a:spcPct val="102000"/>
              </a:lnSpc>
              <a:spcAft>
                <a:spcPts val="701"/>
              </a:spcAft>
              <a:defRPr sz="588">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7"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15" name="Text Placeholder 7">
            <a:extLst>
              <a:ext uri="{FF2B5EF4-FFF2-40B4-BE49-F238E27FC236}">
                <a16:creationId xmlns:a16="http://schemas.microsoft.com/office/drawing/2014/main" id="{FDB1228B-FD72-18FD-20B1-85B23631592F}"/>
              </a:ext>
            </a:extLst>
          </p:cNvPr>
          <p:cNvSpPr>
            <a:spLocks noGrp="1"/>
          </p:cNvSpPr>
          <p:nvPr>
            <p:ph type="body" sz="quarter" idx="19"/>
          </p:nvPr>
        </p:nvSpPr>
        <p:spPr>
          <a:xfrm>
            <a:off x="1307227" y="2491117"/>
            <a:ext cx="842975" cy="279885"/>
          </a:xfrm>
        </p:spPr>
        <p:txBody>
          <a:bodyPr/>
          <a:lstStyle>
            <a:lvl1pPr>
              <a:lnSpc>
                <a:spcPct val="102000"/>
              </a:lnSpc>
              <a:defRPr sz="588" b="0">
                <a:solidFill>
                  <a:schemeClr val="tx1"/>
                </a:solidFill>
              </a:defRPr>
            </a:lvl1pPr>
            <a:lvl2pPr>
              <a:lnSpc>
                <a:spcPct val="102000"/>
              </a:lnSpc>
              <a:spcAft>
                <a:spcPts val="701"/>
              </a:spcAft>
              <a:defRPr sz="588">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16" name="Picture Placeholder 13">
            <a:extLst>
              <a:ext uri="{FF2B5EF4-FFF2-40B4-BE49-F238E27FC236}">
                <a16:creationId xmlns:a16="http://schemas.microsoft.com/office/drawing/2014/main" id="{1244764F-0945-5FA2-018E-8436612C6DCE}"/>
              </a:ext>
            </a:extLst>
          </p:cNvPr>
          <p:cNvSpPr>
            <a:spLocks noGrp="1"/>
          </p:cNvSpPr>
          <p:nvPr>
            <p:ph type="pic" sz="quarter" idx="20"/>
          </p:nvPr>
        </p:nvSpPr>
        <p:spPr>
          <a:xfrm>
            <a:off x="1307224"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19" name="Text Placeholder 7">
            <a:extLst>
              <a:ext uri="{FF2B5EF4-FFF2-40B4-BE49-F238E27FC236}">
                <a16:creationId xmlns:a16="http://schemas.microsoft.com/office/drawing/2014/main" id="{B6EB9665-4BA7-97DA-B2A5-E669D5A8A9DA}"/>
              </a:ext>
            </a:extLst>
          </p:cNvPr>
          <p:cNvSpPr>
            <a:spLocks noGrp="1"/>
          </p:cNvSpPr>
          <p:nvPr>
            <p:ph type="body" sz="quarter" idx="21"/>
          </p:nvPr>
        </p:nvSpPr>
        <p:spPr>
          <a:xfrm>
            <a:off x="2382263"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20" name="Picture Placeholder 13">
            <a:extLst>
              <a:ext uri="{FF2B5EF4-FFF2-40B4-BE49-F238E27FC236}">
                <a16:creationId xmlns:a16="http://schemas.microsoft.com/office/drawing/2014/main" id="{DE535F43-0641-2BBD-BC5B-547BE5560DA1}"/>
              </a:ext>
            </a:extLst>
          </p:cNvPr>
          <p:cNvSpPr>
            <a:spLocks noGrp="1"/>
          </p:cNvSpPr>
          <p:nvPr>
            <p:ph type="pic" sz="quarter" idx="22"/>
          </p:nvPr>
        </p:nvSpPr>
        <p:spPr>
          <a:xfrm>
            <a:off x="2382262"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21" name="Text Placeholder 7">
            <a:extLst>
              <a:ext uri="{FF2B5EF4-FFF2-40B4-BE49-F238E27FC236}">
                <a16:creationId xmlns:a16="http://schemas.microsoft.com/office/drawing/2014/main" id="{A6B835DB-94C9-8B4B-3EA5-EE3B078E8B9B}"/>
              </a:ext>
            </a:extLst>
          </p:cNvPr>
          <p:cNvSpPr>
            <a:spLocks noGrp="1"/>
          </p:cNvSpPr>
          <p:nvPr>
            <p:ph type="body" sz="quarter" idx="23"/>
          </p:nvPr>
        </p:nvSpPr>
        <p:spPr>
          <a:xfrm>
            <a:off x="3457301"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22" name="Picture Placeholder 13">
            <a:extLst>
              <a:ext uri="{FF2B5EF4-FFF2-40B4-BE49-F238E27FC236}">
                <a16:creationId xmlns:a16="http://schemas.microsoft.com/office/drawing/2014/main" id="{DDC3F6EE-EB12-1214-5A2E-023475764BAA}"/>
              </a:ext>
            </a:extLst>
          </p:cNvPr>
          <p:cNvSpPr>
            <a:spLocks noGrp="1"/>
          </p:cNvSpPr>
          <p:nvPr>
            <p:ph type="pic" sz="quarter" idx="24"/>
          </p:nvPr>
        </p:nvSpPr>
        <p:spPr>
          <a:xfrm>
            <a:off x="3457298"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23" name="Text Placeholder 7">
            <a:extLst>
              <a:ext uri="{FF2B5EF4-FFF2-40B4-BE49-F238E27FC236}">
                <a16:creationId xmlns:a16="http://schemas.microsoft.com/office/drawing/2014/main" id="{BB2D113E-C9EF-25A5-1B05-AC0A26B6541A}"/>
              </a:ext>
            </a:extLst>
          </p:cNvPr>
          <p:cNvSpPr>
            <a:spLocks noGrp="1"/>
          </p:cNvSpPr>
          <p:nvPr>
            <p:ph type="body" sz="quarter" idx="25"/>
          </p:nvPr>
        </p:nvSpPr>
        <p:spPr>
          <a:xfrm>
            <a:off x="4532338"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24" name="Picture Placeholder 13">
            <a:extLst>
              <a:ext uri="{FF2B5EF4-FFF2-40B4-BE49-F238E27FC236}">
                <a16:creationId xmlns:a16="http://schemas.microsoft.com/office/drawing/2014/main" id="{44C5C3B1-D03F-77A9-44B2-DE8DC7741340}"/>
              </a:ext>
            </a:extLst>
          </p:cNvPr>
          <p:cNvSpPr>
            <a:spLocks noGrp="1"/>
          </p:cNvSpPr>
          <p:nvPr>
            <p:ph type="pic" sz="quarter" idx="26"/>
          </p:nvPr>
        </p:nvSpPr>
        <p:spPr>
          <a:xfrm>
            <a:off x="4532337"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25" name="Text Placeholder 7">
            <a:extLst>
              <a:ext uri="{FF2B5EF4-FFF2-40B4-BE49-F238E27FC236}">
                <a16:creationId xmlns:a16="http://schemas.microsoft.com/office/drawing/2014/main" id="{FC72097D-6673-A76C-72ED-B11A1F35CD17}"/>
              </a:ext>
            </a:extLst>
          </p:cNvPr>
          <p:cNvSpPr>
            <a:spLocks noGrp="1"/>
          </p:cNvSpPr>
          <p:nvPr>
            <p:ph type="body" sz="quarter" idx="27"/>
          </p:nvPr>
        </p:nvSpPr>
        <p:spPr>
          <a:xfrm>
            <a:off x="5607374"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26" name="Picture Placeholder 13">
            <a:extLst>
              <a:ext uri="{FF2B5EF4-FFF2-40B4-BE49-F238E27FC236}">
                <a16:creationId xmlns:a16="http://schemas.microsoft.com/office/drawing/2014/main" id="{AD8FF566-7DD1-0E2D-7808-52E4682A3691}"/>
              </a:ext>
            </a:extLst>
          </p:cNvPr>
          <p:cNvSpPr>
            <a:spLocks noGrp="1"/>
          </p:cNvSpPr>
          <p:nvPr>
            <p:ph type="pic" sz="quarter" idx="28"/>
          </p:nvPr>
        </p:nvSpPr>
        <p:spPr>
          <a:xfrm>
            <a:off x="5607373"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35" name="Text Placeholder 7">
            <a:extLst>
              <a:ext uri="{FF2B5EF4-FFF2-40B4-BE49-F238E27FC236}">
                <a16:creationId xmlns:a16="http://schemas.microsoft.com/office/drawing/2014/main" id="{BAEF5E1E-5E92-F2B5-56CF-E100468CAD96}"/>
              </a:ext>
            </a:extLst>
          </p:cNvPr>
          <p:cNvSpPr>
            <a:spLocks noGrp="1"/>
          </p:cNvSpPr>
          <p:nvPr>
            <p:ph type="body" sz="quarter" idx="29"/>
          </p:nvPr>
        </p:nvSpPr>
        <p:spPr>
          <a:xfrm>
            <a:off x="6682412"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36" name="Picture Placeholder 13">
            <a:extLst>
              <a:ext uri="{FF2B5EF4-FFF2-40B4-BE49-F238E27FC236}">
                <a16:creationId xmlns:a16="http://schemas.microsoft.com/office/drawing/2014/main" id="{C470ABA1-5C36-8484-2D58-27FF38933BBB}"/>
              </a:ext>
            </a:extLst>
          </p:cNvPr>
          <p:cNvSpPr>
            <a:spLocks noGrp="1"/>
          </p:cNvSpPr>
          <p:nvPr>
            <p:ph type="pic" sz="quarter" idx="30"/>
          </p:nvPr>
        </p:nvSpPr>
        <p:spPr>
          <a:xfrm>
            <a:off x="6682411"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37" name="Text Placeholder 7">
            <a:extLst>
              <a:ext uri="{FF2B5EF4-FFF2-40B4-BE49-F238E27FC236}">
                <a16:creationId xmlns:a16="http://schemas.microsoft.com/office/drawing/2014/main" id="{6CD6741F-E1EE-5313-53A7-84156EC8E031}"/>
              </a:ext>
            </a:extLst>
          </p:cNvPr>
          <p:cNvSpPr>
            <a:spLocks noGrp="1"/>
          </p:cNvSpPr>
          <p:nvPr>
            <p:ph type="body" sz="quarter" idx="31"/>
          </p:nvPr>
        </p:nvSpPr>
        <p:spPr>
          <a:xfrm>
            <a:off x="7757448"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38" name="Picture Placeholder 13">
            <a:extLst>
              <a:ext uri="{FF2B5EF4-FFF2-40B4-BE49-F238E27FC236}">
                <a16:creationId xmlns:a16="http://schemas.microsoft.com/office/drawing/2014/main" id="{CEA267D5-3CA1-AC5A-D924-A422F7E562E8}"/>
              </a:ext>
            </a:extLst>
          </p:cNvPr>
          <p:cNvSpPr>
            <a:spLocks noGrp="1"/>
          </p:cNvSpPr>
          <p:nvPr>
            <p:ph type="pic" sz="quarter" idx="32"/>
          </p:nvPr>
        </p:nvSpPr>
        <p:spPr>
          <a:xfrm>
            <a:off x="7757447"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39" name="Text Placeholder 7">
            <a:extLst>
              <a:ext uri="{FF2B5EF4-FFF2-40B4-BE49-F238E27FC236}">
                <a16:creationId xmlns:a16="http://schemas.microsoft.com/office/drawing/2014/main" id="{55BE63C0-F614-9777-7B06-53DD89277FDC}"/>
              </a:ext>
            </a:extLst>
          </p:cNvPr>
          <p:cNvSpPr>
            <a:spLocks noGrp="1"/>
          </p:cNvSpPr>
          <p:nvPr>
            <p:ph type="body" sz="quarter" idx="33"/>
          </p:nvPr>
        </p:nvSpPr>
        <p:spPr>
          <a:xfrm>
            <a:off x="8832487" y="2491117"/>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40" name="Picture Placeholder 13">
            <a:extLst>
              <a:ext uri="{FF2B5EF4-FFF2-40B4-BE49-F238E27FC236}">
                <a16:creationId xmlns:a16="http://schemas.microsoft.com/office/drawing/2014/main" id="{145B44C5-0768-8FBA-C0A8-0D1BBC32382C}"/>
              </a:ext>
            </a:extLst>
          </p:cNvPr>
          <p:cNvSpPr>
            <a:spLocks noGrp="1"/>
          </p:cNvSpPr>
          <p:nvPr>
            <p:ph type="pic" sz="quarter" idx="34"/>
          </p:nvPr>
        </p:nvSpPr>
        <p:spPr>
          <a:xfrm>
            <a:off x="8832485" y="1582423"/>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41" name="Text Placeholder 7">
            <a:extLst>
              <a:ext uri="{FF2B5EF4-FFF2-40B4-BE49-F238E27FC236}">
                <a16:creationId xmlns:a16="http://schemas.microsoft.com/office/drawing/2014/main" id="{F9D29DA8-81C2-D1B3-3836-4A0238F420FF}"/>
              </a:ext>
            </a:extLst>
          </p:cNvPr>
          <p:cNvSpPr>
            <a:spLocks noGrp="1"/>
          </p:cNvSpPr>
          <p:nvPr>
            <p:ph type="body" sz="quarter" idx="35"/>
          </p:nvPr>
        </p:nvSpPr>
        <p:spPr>
          <a:xfrm>
            <a:off x="232188"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42" name="Picture Placeholder 13">
            <a:extLst>
              <a:ext uri="{FF2B5EF4-FFF2-40B4-BE49-F238E27FC236}">
                <a16:creationId xmlns:a16="http://schemas.microsoft.com/office/drawing/2014/main" id="{FA1A204C-72EC-FD5A-E067-A82ECB88F84B}"/>
              </a:ext>
            </a:extLst>
          </p:cNvPr>
          <p:cNvSpPr>
            <a:spLocks noGrp="1"/>
          </p:cNvSpPr>
          <p:nvPr>
            <p:ph type="pic" sz="quarter" idx="36"/>
          </p:nvPr>
        </p:nvSpPr>
        <p:spPr>
          <a:xfrm>
            <a:off x="232187"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43" name="Text Placeholder 7">
            <a:extLst>
              <a:ext uri="{FF2B5EF4-FFF2-40B4-BE49-F238E27FC236}">
                <a16:creationId xmlns:a16="http://schemas.microsoft.com/office/drawing/2014/main" id="{DBC2B3EC-0D8A-B204-81E7-51694CB62FBE}"/>
              </a:ext>
            </a:extLst>
          </p:cNvPr>
          <p:cNvSpPr>
            <a:spLocks noGrp="1"/>
          </p:cNvSpPr>
          <p:nvPr>
            <p:ph type="body" sz="quarter" idx="37"/>
          </p:nvPr>
        </p:nvSpPr>
        <p:spPr>
          <a:xfrm>
            <a:off x="1307227"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44" name="Picture Placeholder 13">
            <a:extLst>
              <a:ext uri="{FF2B5EF4-FFF2-40B4-BE49-F238E27FC236}">
                <a16:creationId xmlns:a16="http://schemas.microsoft.com/office/drawing/2014/main" id="{57A73D9A-94F0-68B4-5D61-E546F34F6E8C}"/>
              </a:ext>
            </a:extLst>
          </p:cNvPr>
          <p:cNvSpPr>
            <a:spLocks noGrp="1"/>
          </p:cNvSpPr>
          <p:nvPr>
            <p:ph type="pic" sz="quarter" idx="38"/>
          </p:nvPr>
        </p:nvSpPr>
        <p:spPr>
          <a:xfrm>
            <a:off x="1307224"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45" name="Text Placeholder 7">
            <a:extLst>
              <a:ext uri="{FF2B5EF4-FFF2-40B4-BE49-F238E27FC236}">
                <a16:creationId xmlns:a16="http://schemas.microsoft.com/office/drawing/2014/main" id="{2BCDE1C2-32D5-621B-DCFE-1A8816015A93}"/>
              </a:ext>
            </a:extLst>
          </p:cNvPr>
          <p:cNvSpPr>
            <a:spLocks noGrp="1"/>
          </p:cNvSpPr>
          <p:nvPr>
            <p:ph type="body" sz="quarter" idx="39"/>
          </p:nvPr>
        </p:nvSpPr>
        <p:spPr>
          <a:xfrm>
            <a:off x="2382263"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46" name="Picture Placeholder 13">
            <a:extLst>
              <a:ext uri="{FF2B5EF4-FFF2-40B4-BE49-F238E27FC236}">
                <a16:creationId xmlns:a16="http://schemas.microsoft.com/office/drawing/2014/main" id="{1056AE21-EA7C-990E-CB37-CEEB3676FB28}"/>
              </a:ext>
            </a:extLst>
          </p:cNvPr>
          <p:cNvSpPr>
            <a:spLocks noGrp="1"/>
          </p:cNvSpPr>
          <p:nvPr>
            <p:ph type="pic" sz="quarter" idx="40"/>
          </p:nvPr>
        </p:nvSpPr>
        <p:spPr>
          <a:xfrm>
            <a:off x="2382262"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47" name="Text Placeholder 7">
            <a:extLst>
              <a:ext uri="{FF2B5EF4-FFF2-40B4-BE49-F238E27FC236}">
                <a16:creationId xmlns:a16="http://schemas.microsoft.com/office/drawing/2014/main" id="{2A7C74A7-7383-05D3-8226-734A2D830857}"/>
              </a:ext>
            </a:extLst>
          </p:cNvPr>
          <p:cNvSpPr>
            <a:spLocks noGrp="1"/>
          </p:cNvSpPr>
          <p:nvPr>
            <p:ph type="body" sz="quarter" idx="41"/>
          </p:nvPr>
        </p:nvSpPr>
        <p:spPr>
          <a:xfrm>
            <a:off x="3457301"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48" name="Picture Placeholder 13">
            <a:extLst>
              <a:ext uri="{FF2B5EF4-FFF2-40B4-BE49-F238E27FC236}">
                <a16:creationId xmlns:a16="http://schemas.microsoft.com/office/drawing/2014/main" id="{4B4795CD-C260-1E62-1AA2-3BBE2BB9E324}"/>
              </a:ext>
            </a:extLst>
          </p:cNvPr>
          <p:cNvSpPr>
            <a:spLocks noGrp="1"/>
          </p:cNvSpPr>
          <p:nvPr>
            <p:ph type="pic" sz="quarter" idx="42"/>
          </p:nvPr>
        </p:nvSpPr>
        <p:spPr>
          <a:xfrm>
            <a:off x="3457298"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49" name="Text Placeholder 7">
            <a:extLst>
              <a:ext uri="{FF2B5EF4-FFF2-40B4-BE49-F238E27FC236}">
                <a16:creationId xmlns:a16="http://schemas.microsoft.com/office/drawing/2014/main" id="{35281927-FEAF-2D06-3C5B-341BE614A505}"/>
              </a:ext>
            </a:extLst>
          </p:cNvPr>
          <p:cNvSpPr>
            <a:spLocks noGrp="1"/>
          </p:cNvSpPr>
          <p:nvPr>
            <p:ph type="body" sz="quarter" idx="43"/>
          </p:nvPr>
        </p:nvSpPr>
        <p:spPr>
          <a:xfrm>
            <a:off x="4532338"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50" name="Picture Placeholder 13">
            <a:extLst>
              <a:ext uri="{FF2B5EF4-FFF2-40B4-BE49-F238E27FC236}">
                <a16:creationId xmlns:a16="http://schemas.microsoft.com/office/drawing/2014/main" id="{454106EB-0A2A-C28D-E954-67C72F956400}"/>
              </a:ext>
            </a:extLst>
          </p:cNvPr>
          <p:cNvSpPr>
            <a:spLocks noGrp="1"/>
          </p:cNvSpPr>
          <p:nvPr>
            <p:ph type="pic" sz="quarter" idx="44"/>
          </p:nvPr>
        </p:nvSpPr>
        <p:spPr>
          <a:xfrm>
            <a:off x="4532337"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51" name="Text Placeholder 7">
            <a:extLst>
              <a:ext uri="{FF2B5EF4-FFF2-40B4-BE49-F238E27FC236}">
                <a16:creationId xmlns:a16="http://schemas.microsoft.com/office/drawing/2014/main" id="{A39155E0-7419-DFFF-1D67-E022DE47D810}"/>
              </a:ext>
            </a:extLst>
          </p:cNvPr>
          <p:cNvSpPr>
            <a:spLocks noGrp="1"/>
          </p:cNvSpPr>
          <p:nvPr>
            <p:ph type="body" sz="quarter" idx="45"/>
          </p:nvPr>
        </p:nvSpPr>
        <p:spPr>
          <a:xfrm>
            <a:off x="5607374"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52" name="Picture Placeholder 13">
            <a:extLst>
              <a:ext uri="{FF2B5EF4-FFF2-40B4-BE49-F238E27FC236}">
                <a16:creationId xmlns:a16="http://schemas.microsoft.com/office/drawing/2014/main" id="{9901EA10-9340-EB64-44D6-787985AEFE10}"/>
              </a:ext>
            </a:extLst>
          </p:cNvPr>
          <p:cNvSpPr>
            <a:spLocks noGrp="1"/>
          </p:cNvSpPr>
          <p:nvPr>
            <p:ph type="pic" sz="quarter" idx="46"/>
          </p:nvPr>
        </p:nvSpPr>
        <p:spPr>
          <a:xfrm>
            <a:off x="5607373"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53" name="Text Placeholder 7">
            <a:extLst>
              <a:ext uri="{FF2B5EF4-FFF2-40B4-BE49-F238E27FC236}">
                <a16:creationId xmlns:a16="http://schemas.microsoft.com/office/drawing/2014/main" id="{C9D70C04-5FE3-C97C-9499-B20798986282}"/>
              </a:ext>
            </a:extLst>
          </p:cNvPr>
          <p:cNvSpPr>
            <a:spLocks noGrp="1"/>
          </p:cNvSpPr>
          <p:nvPr>
            <p:ph type="body" sz="quarter" idx="47"/>
          </p:nvPr>
        </p:nvSpPr>
        <p:spPr>
          <a:xfrm>
            <a:off x="6682412"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54" name="Picture Placeholder 13">
            <a:extLst>
              <a:ext uri="{FF2B5EF4-FFF2-40B4-BE49-F238E27FC236}">
                <a16:creationId xmlns:a16="http://schemas.microsoft.com/office/drawing/2014/main" id="{B137BFAC-E26B-A11F-67A8-128068EED7A6}"/>
              </a:ext>
            </a:extLst>
          </p:cNvPr>
          <p:cNvSpPr>
            <a:spLocks noGrp="1"/>
          </p:cNvSpPr>
          <p:nvPr>
            <p:ph type="pic" sz="quarter" idx="48"/>
          </p:nvPr>
        </p:nvSpPr>
        <p:spPr>
          <a:xfrm>
            <a:off x="6682411"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55" name="Text Placeholder 7">
            <a:extLst>
              <a:ext uri="{FF2B5EF4-FFF2-40B4-BE49-F238E27FC236}">
                <a16:creationId xmlns:a16="http://schemas.microsoft.com/office/drawing/2014/main" id="{B9C9E40B-5EB4-EFA6-11E5-B312374E0960}"/>
              </a:ext>
            </a:extLst>
          </p:cNvPr>
          <p:cNvSpPr>
            <a:spLocks noGrp="1"/>
          </p:cNvSpPr>
          <p:nvPr>
            <p:ph type="body" sz="quarter" idx="49"/>
          </p:nvPr>
        </p:nvSpPr>
        <p:spPr>
          <a:xfrm>
            <a:off x="7757448"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56" name="Picture Placeholder 13">
            <a:extLst>
              <a:ext uri="{FF2B5EF4-FFF2-40B4-BE49-F238E27FC236}">
                <a16:creationId xmlns:a16="http://schemas.microsoft.com/office/drawing/2014/main" id="{D5ABDB78-6122-D6DC-95FE-BD889F264594}"/>
              </a:ext>
            </a:extLst>
          </p:cNvPr>
          <p:cNvSpPr>
            <a:spLocks noGrp="1"/>
          </p:cNvSpPr>
          <p:nvPr>
            <p:ph type="pic" sz="quarter" idx="50"/>
          </p:nvPr>
        </p:nvSpPr>
        <p:spPr>
          <a:xfrm>
            <a:off x="7757447"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57" name="Text Placeholder 7">
            <a:extLst>
              <a:ext uri="{FF2B5EF4-FFF2-40B4-BE49-F238E27FC236}">
                <a16:creationId xmlns:a16="http://schemas.microsoft.com/office/drawing/2014/main" id="{4E2D7138-D066-E41A-39AA-0D8FA30517E7}"/>
              </a:ext>
            </a:extLst>
          </p:cNvPr>
          <p:cNvSpPr>
            <a:spLocks noGrp="1"/>
          </p:cNvSpPr>
          <p:nvPr>
            <p:ph type="body" sz="quarter" idx="51"/>
          </p:nvPr>
        </p:nvSpPr>
        <p:spPr>
          <a:xfrm>
            <a:off x="8832487" y="3919886"/>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58" name="Picture Placeholder 13">
            <a:extLst>
              <a:ext uri="{FF2B5EF4-FFF2-40B4-BE49-F238E27FC236}">
                <a16:creationId xmlns:a16="http://schemas.microsoft.com/office/drawing/2014/main" id="{96E0979F-C6C6-8338-6B56-C8DAC73741CF}"/>
              </a:ext>
            </a:extLst>
          </p:cNvPr>
          <p:cNvSpPr>
            <a:spLocks noGrp="1"/>
          </p:cNvSpPr>
          <p:nvPr>
            <p:ph type="pic" sz="quarter" idx="52"/>
          </p:nvPr>
        </p:nvSpPr>
        <p:spPr>
          <a:xfrm>
            <a:off x="8832485" y="3011192"/>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59" name="Text Placeholder 7">
            <a:extLst>
              <a:ext uri="{FF2B5EF4-FFF2-40B4-BE49-F238E27FC236}">
                <a16:creationId xmlns:a16="http://schemas.microsoft.com/office/drawing/2014/main" id="{F8A71A41-833F-70C9-5B75-DD48233E3B6E}"/>
              </a:ext>
            </a:extLst>
          </p:cNvPr>
          <p:cNvSpPr>
            <a:spLocks noGrp="1"/>
          </p:cNvSpPr>
          <p:nvPr>
            <p:ph type="body" sz="quarter" idx="53"/>
          </p:nvPr>
        </p:nvSpPr>
        <p:spPr>
          <a:xfrm>
            <a:off x="232188"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60" name="Picture Placeholder 13">
            <a:extLst>
              <a:ext uri="{FF2B5EF4-FFF2-40B4-BE49-F238E27FC236}">
                <a16:creationId xmlns:a16="http://schemas.microsoft.com/office/drawing/2014/main" id="{3A094867-CC6E-B533-0D2D-51B3F5C008AA}"/>
              </a:ext>
            </a:extLst>
          </p:cNvPr>
          <p:cNvSpPr>
            <a:spLocks noGrp="1"/>
          </p:cNvSpPr>
          <p:nvPr>
            <p:ph type="pic" sz="quarter" idx="54"/>
          </p:nvPr>
        </p:nvSpPr>
        <p:spPr>
          <a:xfrm>
            <a:off x="232187"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61" name="Text Placeholder 7">
            <a:extLst>
              <a:ext uri="{FF2B5EF4-FFF2-40B4-BE49-F238E27FC236}">
                <a16:creationId xmlns:a16="http://schemas.microsoft.com/office/drawing/2014/main" id="{8CD3A6BE-E9F2-91F5-DE74-6F843D18C706}"/>
              </a:ext>
            </a:extLst>
          </p:cNvPr>
          <p:cNvSpPr>
            <a:spLocks noGrp="1"/>
          </p:cNvSpPr>
          <p:nvPr>
            <p:ph type="body" sz="quarter" idx="55"/>
          </p:nvPr>
        </p:nvSpPr>
        <p:spPr>
          <a:xfrm>
            <a:off x="1307227"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62" name="Picture Placeholder 13">
            <a:extLst>
              <a:ext uri="{FF2B5EF4-FFF2-40B4-BE49-F238E27FC236}">
                <a16:creationId xmlns:a16="http://schemas.microsoft.com/office/drawing/2014/main" id="{CD3035BC-F352-2FF8-A6F6-AAF4D0154213}"/>
              </a:ext>
            </a:extLst>
          </p:cNvPr>
          <p:cNvSpPr>
            <a:spLocks noGrp="1"/>
          </p:cNvSpPr>
          <p:nvPr>
            <p:ph type="pic" sz="quarter" idx="56"/>
          </p:nvPr>
        </p:nvSpPr>
        <p:spPr>
          <a:xfrm>
            <a:off x="1307224"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63" name="Text Placeholder 7">
            <a:extLst>
              <a:ext uri="{FF2B5EF4-FFF2-40B4-BE49-F238E27FC236}">
                <a16:creationId xmlns:a16="http://schemas.microsoft.com/office/drawing/2014/main" id="{9AEBD8FC-9DE4-CF9D-51C8-692BF2044C0D}"/>
              </a:ext>
            </a:extLst>
          </p:cNvPr>
          <p:cNvSpPr>
            <a:spLocks noGrp="1"/>
          </p:cNvSpPr>
          <p:nvPr>
            <p:ph type="body" sz="quarter" idx="57"/>
          </p:nvPr>
        </p:nvSpPr>
        <p:spPr>
          <a:xfrm>
            <a:off x="2382263"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64" name="Picture Placeholder 13">
            <a:extLst>
              <a:ext uri="{FF2B5EF4-FFF2-40B4-BE49-F238E27FC236}">
                <a16:creationId xmlns:a16="http://schemas.microsoft.com/office/drawing/2014/main" id="{4287F641-7628-F2AB-CA56-F1E260F64779}"/>
              </a:ext>
            </a:extLst>
          </p:cNvPr>
          <p:cNvSpPr>
            <a:spLocks noGrp="1"/>
          </p:cNvSpPr>
          <p:nvPr>
            <p:ph type="pic" sz="quarter" idx="58"/>
          </p:nvPr>
        </p:nvSpPr>
        <p:spPr>
          <a:xfrm>
            <a:off x="2382262"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65" name="Text Placeholder 7">
            <a:extLst>
              <a:ext uri="{FF2B5EF4-FFF2-40B4-BE49-F238E27FC236}">
                <a16:creationId xmlns:a16="http://schemas.microsoft.com/office/drawing/2014/main" id="{D768AB8D-4589-796F-842F-486A27B04CD3}"/>
              </a:ext>
            </a:extLst>
          </p:cNvPr>
          <p:cNvSpPr>
            <a:spLocks noGrp="1"/>
          </p:cNvSpPr>
          <p:nvPr>
            <p:ph type="body" sz="quarter" idx="59"/>
          </p:nvPr>
        </p:nvSpPr>
        <p:spPr>
          <a:xfrm>
            <a:off x="3457301"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66" name="Picture Placeholder 13">
            <a:extLst>
              <a:ext uri="{FF2B5EF4-FFF2-40B4-BE49-F238E27FC236}">
                <a16:creationId xmlns:a16="http://schemas.microsoft.com/office/drawing/2014/main" id="{332BD95A-4017-D2D5-7AF7-57568F27CD11}"/>
              </a:ext>
            </a:extLst>
          </p:cNvPr>
          <p:cNvSpPr>
            <a:spLocks noGrp="1"/>
          </p:cNvSpPr>
          <p:nvPr>
            <p:ph type="pic" sz="quarter" idx="60"/>
          </p:nvPr>
        </p:nvSpPr>
        <p:spPr>
          <a:xfrm>
            <a:off x="3457298"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67" name="Text Placeholder 7">
            <a:extLst>
              <a:ext uri="{FF2B5EF4-FFF2-40B4-BE49-F238E27FC236}">
                <a16:creationId xmlns:a16="http://schemas.microsoft.com/office/drawing/2014/main" id="{F3C1CD2E-F584-458C-57D9-F0B1E36B7EAC}"/>
              </a:ext>
            </a:extLst>
          </p:cNvPr>
          <p:cNvSpPr>
            <a:spLocks noGrp="1"/>
          </p:cNvSpPr>
          <p:nvPr>
            <p:ph type="body" sz="quarter" idx="61"/>
          </p:nvPr>
        </p:nvSpPr>
        <p:spPr>
          <a:xfrm>
            <a:off x="4532338"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68" name="Picture Placeholder 13">
            <a:extLst>
              <a:ext uri="{FF2B5EF4-FFF2-40B4-BE49-F238E27FC236}">
                <a16:creationId xmlns:a16="http://schemas.microsoft.com/office/drawing/2014/main" id="{CFF6491B-2D24-5B7B-502B-D251A5A3D063}"/>
              </a:ext>
            </a:extLst>
          </p:cNvPr>
          <p:cNvSpPr>
            <a:spLocks noGrp="1"/>
          </p:cNvSpPr>
          <p:nvPr>
            <p:ph type="pic" sz="quarter" idx="62"/>
          </p:nvPr>
        </p:nvSpPr>
        <p:spPr>
          <a:xfrm>
            <a:off x="4532337"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69" name="Text Placeholder 7">
            <a:extLst>
              <a:ext uri="{FF2B5EF4-FFF2-40B4-BE49-F238E27FC236}">
                <a16:creationId xmlns:a16="http://schemas.microsoft.com/office/drawing/2014/main" id="{345FF1BD-3037-BD8D-5043-F9CBAC0A8AAB}"/>
              </a:ext>
            </a:extLst>
          </p:cNvPr>
          <p:cNvSpPr>
            <a:spLocks noGrp="1"/>
          </p:cNvSpPr>
          <p:nvPr>
            <p:ph type="body" sz="quarter" idx="63"/>
          </p:nvPr>
        </p:nvSpPr>
        <p:spPr>
          <a:xfrm>
            <a:off x="5607374"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70" name="Picture Placeholder 13">
            <a:extLst>
              <a:ext uri="{FF2B5EF4-FFF2-40B4-BE49-F238E27FC236}">
                <a16:creationId xmlns:a16="http://schemas.microsoft.com/office/drawing/2014/main" id="{E4AC9FEC-3985-7481-B441-6077B003B3AB}"/>
              </a:ext>
            </a:extLst>
          </p:cNvPr>
          <p:cNvSpPr>
            <a:spLocks noGrp="1"/>
          </p:cNvSpPr>
          <p:nvPr>
            <p:ph type="pic" sz="quarter" idx="64"/>
          </p:nvPr>
        </p:nvSpPr>
        <p:spPr>
          <a:xfrm>
            <a:off x="5607373"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71" name="Text Placeholder 7">
            <a:extLst>
              <a:ext uri="{FF2B5EF4-FFF2-40B4-BE49-F238E27FC236}">
                <a16:creationId xmlns:a16="http://schemas.microsoft.com/office/drawing/2014/main" id="{7E81EA1A-70B9-BE7B-436B-DBC628EF4E3A}"/>
              </a:ext>
            </a:extLst>
          </p:cNvPr>
          <p:cNvSpPr>
            <a:spLocks noGrp="1"/>
          </p:cNvSpPr>
          <p:nvPr>
            <p:ph type="body" sz="quarter" idx="65"/>
          </p:nvPr>
        </p:nvSpPr>
        <p:spPr>
          <a:xfrm>
            <a:off x="6682412"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72" name="Picture Placeholder 13">
            <a:extLst>
              <a:ext uri="{FF2B5EF4-FFF2-40B4-BE49-F238E27FC236}">
                <a16:creationId xmlns:a16="http://schemas.microsoft.com/office/drawing/2014/main" id="{84893D90-A29B-F713-3869-6FFE871FAF91}"/>
              </a:ext>
            </a:extLst>
          </p:cNvPr>
          <p:cNvSpPr>
            <a:spLocks noGrp="1"/>
          </p:cNvSpPr>
          <p:nvPr>
            <p:ph type="pic" sz="quarter" idx="66"/>
          </p:nvPr>
        </p:nvSpPr>
        <p:spPr>
          <a:xfrm>
            <a:off x="6682411"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73" name="Text Placeholder 7">
            <a:extLst>
              <a:ext uri="{FF2B5EF4-FFF2-40B4-BE49-F238E27FC236}">
                <a16:creationId xmlns:a16="http://schemas.microsoft.com/office/drawing/2014/main" id="{3D247027-7357-BB07-46A8-F763EBCD57ED}"/>
              </a:ext>
            </a:extLst>
          </p:cNvPr>
          <p:cNvSpPr>
            <a:spLocks noGrp="1"/>
          </p:cNvSpPr>
          <p:nvPr>
            <p:ph type="body" sz="quarter" idx="67"/>
          </p:nvPr>
        </p:nvSpPr>
        <p:spPr>
          <a:xfrm>
            <a:off x="7757448"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74" name="Picture Placeholder 13">
            <a:extLst>
              <a:ext uri="{FF2B5EF4-FFF2-40B4-BE49-F238E27FC236}">
                <a16:creationId xmlns:a16="http://schemas.microsoft.com/office/drawing/2014/main" id="{4BEB1C97-59B0-91A1-78F7-4E5D88367179}"/>
              </a:ext>
            </a:extLst>
          </p:cNvPr>
          <p:cNvSpPr>
            <a:spLocks noGrp="1"/>
          </p:cNvSpPr>
          <p:nvPr>
            <p:ph type="pic" sz="quarter" idx="68"/>
          </p:nvPr>
        </p:nvSpPr>
        <p:spPr>
          <a:xfrm>
            <a:off x="7757447"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sp>
        <p:nvSpPr>
          <p:cNvPr id="75" name="Text Placeholder 7">
            <a:extLst>
              <a:ext uri="{FF2B5EF4-FFF2-40B4-BE49-F238E27FC236}">
                <a16:creationId xmlns:a16="http://schemas.microsoft.com/office/drawing/2014/main" id="{D649F273-8E87-79A5-3C41-3724100158CC}"/>
              </a:ext>
            </a:extLst>
          </p:cNvPr>
          <p:cNvSpPr>
            <a:spLocks noGrp="1"/>
          </p:cNvSpPr>
          <p:nvPr>
            <p:ph type="body" sz="quarter" idx="69"/>
          </p:nvPr>
        </p:nvSpPr>
        <p:spPr>
          <a:xfrm>
            <a:off x="8832487" y="5365518"/>
            <a:ext cx="842975" cy="279885"/>
          </a:xfrm>
        </p:spPr>
        <p:txBody>
          <a:bodyPr/>
          <a:lstStyle>
            <a:lvl1pPr>
              <a:lnSpc>
                <a:spcPct val="102000"/>
              </a:lnSpc>
              <a:defRPr sz="588" b="0">
                <a:solidFill>
                  <a:schemeClr val="tx1"/>
                </a:solidFill>
              </a:defRPr>
            </a:lvl1pPr>
            <a:lvl2pPr>
              <a:lnSpc>
                <a:spcPct val="102000"/>
              </a:lnSpc>
              <a:spcAft>
                <a:spcPts val="701"/>
              </a:spcAft>
              <a:defRPr sz="588" b="0">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a:t>Click to edit Master text styles</a:t>
            </a:r>
          </a:p>
          <a:p>
            <a:pPr lvl="1"/>
            <a:r>
              <a:rPr lang="en-US"/>
              <a:t>Second level</a:t>
            </a:r>
          </a:p>
        </p:txBody>
      </p:sp>
      <p:sp>
        <p:nvSpPr>
          <p:cNvPr id="76" name="Picture Placeholder 13">
            <a:extLst>
              <a:ext uri="{FF2B5EF4-FFF2-40B4-BE49-F238E27FC236}">
                <a16:creationId xmlns:a16="http://schemas.microsoft.com/office/drawing/2014/main" id="{F5D68632-E476-5F1C-2933-17B9243D0254}"/>
              </a:ext>
            </a:extLst>
          </p:cNvPr>
          <p:cNvSpPr>
            <a:spLocks noGrp="1"/>
          </p:cNvSpPr>
          <p:nvPr>
            <p:ph type="pic" sz="quarter" idx="70"/>
          </p:nvPr>
        </p:nvSpPr>
        <p:spPr>
          <a:xfrm>
            <a:off x="8832485" y="4456824"/>
            <a:ext cx="842975" cy="810853"/>
          </a:xfrm>
          <a:solidFill>
            <a:schemeClr val="bg1">
              <a:lumMod val="95000"/>
            </a:schemeClr>
          </a:solidFill>
          <a:ln>
            <a:noFill/>
          </a:ln>
        </p:spPr>
        <p:txBody>
          <a:bodyPr>
            <a:noAutofit/>
          </a:bodyPr>
          <a:lstStyle>
            <a:lvl1pPr>
              <a:defRPr sz="490"/>
            </a:lvl1pPr>
          </a:lstStyle>
          <a:p>
            <a:r>
              <a:rPr lang="en-US"/>
              <a:t>Click icon to add picture</a:t>
            </a:r>
            <a:endParaRPr lang="en-GB" dirty="0"/>
          </a:p>
        </p:txBody>
      </p:sp>
      <p:pic>
        <p:nvPicPr>
          <p:cNvPr id="3" name="Picture Placeholder 6">
            <a:extLst>
              <a:ext uri="{FF2B5EF4-FFF2-40B4-BE49-F238E27FC236}">
                <a16:creationId xmlns:a16="http://schemas.microsoft.com/office/drawing/2014/main" id="{F137E10C-F9CD-4EC2-3D40-D8E333B7EA53}"/>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2F7F16BE-6642-E514-7275-6109514DE570}"/>
              </a:ext>
            </a:extLst>
          </p:cNvPr>
          <p:cNvSpPr>
            <a:spLocks noGrp="1"/>
          </p:cNvSpPr>
          <p:nvPr>
            <p:ph type="body" sz="quarter" idx="17"/>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12" name="Subtitle 2">
            <a:extLst>
              <a:ext uri="{FF2B5EF4-FFF2-40B4-BE49-F238E27FC236}">
                <a16:creationId xmlns:a16="http://schemas.microsoft.com/office/drawing/2014/main" id="{CBF3292C-B481-FA95-A6D3-584945EA0C31}"/>
              </a:ext>
            </a:extLst>
          </p:cNvPr>
          <p:cNvSpPr>
            <a:spLocks noGrp="1"/>
          </p:cNvSpPr>
          <p:nvPr>
            <p:ph type="subTitle" idx="1"/>
          </p:nvPr>
        </p:nvSpPr>
        <p:spPr>
          <a:xfrm>
            <a:off x="232188" y="1189487"/>
            <a:ext cx="6215517" cy="206124"/>
          </a:xfrm>
        </p:spPr>
        <p:txBody>
          <a:bodyPr/>
          <a:lstStyle>
            <a:lvl1pPr marL="0" indent="0" algn="l">
              <a:lnSpc>
                <a:spcPct val="102000"/>
              </a:lnSpc>
              <a:buNone/>
              <a:defRPr sz="1324"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3" name="Text Placeholder 7">
            <a:extLst>
              <a:ext uri="{FF2B5EF4-FFF2-40B4-BE49-F238E27FC236}">
                <a16:creationId xmlns:a16="http://schemas.microsoft.com/office/drawing/2014/main" id="{5E0418EE-ED8B-A9B9-E816-A0BE421C2891}"/>
              </a:ext>
            </a:extLst>
          </p:cNvPr>
          <p:cNvSpPr>
            <a:spLocks noGrp="1"/>
          </p:cNvSpPr>
          <p:nvPr>
            <p:ph type="body" sz="quarter" idx="18"/>
          </p:nvPr>
        </p:nvSpPr>
        <p:spPr>
          <a:xfrm>
            <a:off x="233743" y="483382"/>
            <a:ext cx="6213962" cy="131909"/>
          </a:xfrm>
        </p:spPr>
        <p:txBody>
          <a:bodyPr>
            <a:spAutoFit/>
          </a:bodyPr>
          <a:lstStyle>
            <a:lvl1pPr>
              <a:lnSpc>
                <a:spcPct val="98000"/>
              </a:lnSpc>
              <a:defRPr sz="856" b="0" i="0" cap="all" baseline="0">
                <a:solidFill>
                  <a:schemeClr val="bg2"/>
                </a:solidFill>
                <a:latin typeface="Rathbones Sans" pitchFamily="2" charset="0"/>
              </a:defRPr>
            </a:lvl1pPr>
          </a:lstStyle>
          <a:p>
            <a:pPr lvl="0"/>
            <a:r>
              <a:rPr lang="en-US"/>
              <a:t>Click to edit Master text styles</a:t>
            </a:r>
          </a:p>
        </p:txBody>
      </p:sp>
      <p:sp>
        <p:nvSpPr>
          <p:cNvPr id="17" name="Title 16">
            <a:extLst>
              <a:ext uri="{FF2B5EF4-FFF2-40B4-BE49-F238E27FC236}">
                <a16:creationId xmlns:a16="http://schemas.microsoft.com/office/drawing/2014/main" id="{3CD6E29C-3D37-2DDC-67B3-EF32F6303BFE}"/>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1464781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6">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hasCustomPrompt="1"/>
          </p:nvPr>
        </p:nvSpPr>
        <p:spPr>
          <a:xfrm>
            <a:off x="232188"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14" name="Picture Placeholder 13">
            <a:extLst>
              <a:ext uri="{FF2B5EF4-FFF2-40B4-BE49-F238E27FC236}">
                <a16:creationId xmlns:a16="http://schemas.microsoft.com/office/drawing/2014/main" id="{CBE13EEB-478E-47BB-1C64-DCF281D98E26}"/>
              </a:ext>
            </a:extLst>
          </p:cNvPr>
          <p:cNvSpPr>
            <a:spLocks noGrp="1"/>
          </p:cNvSpPr>
          <p:nvPr>
            <p:ph type="pic" sz="quarter" idx="15"/>
          </p:nvPr>
        </p:nvSpPr>
        <p:spPr>
          <a:xfrm>
            <a:off x="232187"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12" name="Text Placeholder 7">
            <a:extLst>
              <a:ext uri="{FF2B5EF4-FFF2-40B4-BE49-F238E27FC236}">
                <a16:creationId xmlns:a16="http://schemas.microsoft.com/office/drawing/2014/main" id="{D4D2505A-4B07-863F-FF97-B0395CA9258F}"/>
              </a:ext>
            </a:extLst>
          </p:cNvPr>
          <p:cNvSpPr>
            <a:spLocks noGrp="1"/>
          </p:cNvSpPr>
          <p:nvPr>
            <p:ph type="body" sz="quarter" idx="19" hasCustomPrompt="1"/>
          </p:nvPr>
        </p:nvSpPr>
        <p:spPr>
          <a:xfrm>
            <a:off x="1307498"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13" name="Picture Placeholder 13">
            <a:extLst>
              <a:ext uri="{FF2B5EF4-FFF2-40B4-BE49-F238E27FC236}">
                <a16:creationId xmlns:a16="http://schemas.microsoft.com/office/drawing/2014/main" id="{B094BDD4-6DFA-A69B-B9C5-D192C87EE9BD}"/>
              </a:ext>
            </a:extLst>
          </p:cNvPr>
          <p:cNvSpPr>
            <a:spLocks noGrp="1"/>
          </p:cNvSpPr>
          <p:nvPr>
            <p:ph type="pic" sz="quarter" idx="20"/>
          </p:nvPr>
        </p:nvSpPr>
        <p:spPr>
          <a:xfrm>
            <a:off x="1307497"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17" name="Text Placeholder 7">
            <a:extLst>
              <a:ext uri="{FF2B5EF4-FFF2-40B4-BE49-F238E27FC236}">
                <a16:creationId xmlns:a16="http://schemas.microsoft.com/office/drawing/2014/main" id="{D5CA479A-390B-D49B-2B01-9C3271C40B50}"/>
              </a:ext>
            </a:extLst>
          </p:cNvPr>
          <p:cNvSpPr>
            <a:spLocks noGrp="1"/>
          </p:cNvSpPr>
          <p:nvPr>
            <p:ph type="body" sz="quarter" idx="21" hasCustomPrompt="1"/>
          </p:nvPr>
        </p:nvSpPr>
        <p:spPr>
          <a:xfrm>
            <a:off x="2382808"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18" name="Picture Placeholder 13">
            <a:extLst>
              <a:ext uri="{FF2B5EF4-FFF2-40B4-BE49-F238E27FC236}">
                <a16:creationId xmlns:a16="http://schemas.microsoft.com/office/drawing/2014/main" id="{BA316E97-3334-0F07-7BE9-BBBBC3F1D6F8}"/>
              </a:ext>
            </a:extLst>
          </p:cNvPr>
          <p:cNvSpPr>
            <a:spLocks noGrp="1"/>
          </p:cNvSpPr>
          <p:nvPr>
            <p:ph type="pic" sz="quarter" idx="22"/>
          </p:nvPr>
        </p:nvSpPr>
        <p:spPr>
          <a:xfrm>
            <a:off x="2382808"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27" name="Text Placeholder 7">
            <a:extLst>
              <a:ext uri="{FF2B5EF4-FFF2-40B4-BE49-F238E27FC236}">
                <a16:creationId xmlns:a16="http://schemas.microsoft.com/office/drawing/2014/main" id="{C622DE9D-3266-F3A3-7FCF-685ED50EA311}"/>
              </a:ext>
            </a:extLst>
          </p:cNvPr>
          <p:cNvSpPr>
            <a:spLocks noGrp="1"/>
          </p:cNvSpPr>
          <p:nvPr>
            <p:ph type="body" sz="quarter" idx="23" hasCustomPrompt="1"/>
          </p:nvPr>
        </p:nvSpPr>
        <p:spPr>
          <a:xfrm>
            <a:off x="3458119"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28" name="Picture Placeholder 13">
            <a:extLst>
              <a:ext uri="{FF2B5EF4-FFF2-40B4-BE49-F238E27FC236}">
                <a16:creationId xmlns:a16="http://schemas.microsoft.com/office/drawing/2014/main" id="{AFB329DD-35F4-5D4B-DBC5-29003C260D77}"/>
              </a:ext>
            </a:extLst>
          </p:cNvPr>
          <p:cNvSpPr>
            <a:spLocks noGrp="1"/>
          </p:cNvSpPr>
          <p:nvPr>
            <p:ph type="pic" sz="quarter" idx="24"/>
          </p:nvPr>
        </p:nvSpPr>
        <p:spPr>
          <a:xfrm>
            <a:off x="3458117"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29" name="Text Placeholder 7">
            <a:extLst>
              <a:ext uri="{FF2B5EF4-FFF2-40B4-BE49-F238E27FC236}">
                <a16:creationId xmlns:a16="http://schemas.microsoft.com/office/drawing/2014/main" id="{0C41C3E8-358A-4803-332F-76328084B6B6}"/>
              </a:ext>
            </a:extLst>
          </p:cNvPr>
          <p:cNvSpPr>
            <a:spLocks noGrp="1"/>
          </p:cNvSpPr>
          <p:nvPr>
            <p:ph type="body" sz="quarter" idx="25" hasCustomPrompt="1"/>
          </p:nvPr>
        </p:nvSpPr>
        <p:spPr>
          <a:xfrm>
            <a:off x="4531860"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0" name="Picture Placeholder 13">
            <a:extLst>
              <a:ext uri="{FF2B5EF4-FFF2-40B4-BE49-F238E27FC236}">
                <a16:creationId xmlns:a16="http://schemas.microsoft.com/office/drawing/2014/main" id="{2EB24D95-1BE2-3628-A47E-B39757685CB6}"/>
              </a:ext>
            </a:extLst>
          </p:cNvPr>
          <p:cNvSpPr>
            <a:spLocks noGrp="1"/>
          </p:cNvSpPr>
          <p:nvPr>
            <p:ph type="pic" sz="quarter" idx="26"/>
          </p:nvPr>
        </p:nvSpPr>
        <p:spPr>
          <a:xfrm>
            <a:off x="4531859"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31" name="Text Placeholder 7">
            <a:extLst>
              <a:ext uri="{FF2B5EF4-FFF2-40B4-BE49-F238E27FC236}">
                <a16:creationId xmlns:a16="http://schemas.microsoft.com/office/drawing/2014/main" id="{1B9FDAF9-431A-DD68-6510-B7BBA49BAF9D}"/>
              </a:ext>
            </a:extLst>
          </p:cNvPr>
          <p:cNvSpPr>
            <a:spLocks noGrp="1"/>
          </p:cNvSpPr>
          <p:nvPr>
            <p:ph type="body" sz="quarter" idx="27" hasCustomPrompt="1"/>
          </p:nvPr>
        </p:nvSpPr>
        <p:spPr>
          <a:xfrm>
            <a:off x="5607170"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2" name="Picture Placeholder 13">
            <a:extLst>
              <a:ext uri="{FF2B5EF4-FFF2-40B4-BE49-F238E27FC236}">
                <a16:creationId xmlns:a16="http://schemas.microsoft.com/office/drawing/2014/main" id="{018E6DFD-602D-2D50-0F21-2C64FA0ED114}"/>
              </a:ext>
            </a:extLst>
          </p:cNvPr>
          <p:cNvSpPr>
            <a:spLocks noGrp="1"/>
          </p:cNvSpPr>
          <p:nvPr>
            <p:ph type="pic" sz="quarter" idx="28"/>
          </p:nvPr>
        </p:nvSpPr>
        <p:spPr>
          <a:xfrm>
            <a:off x="5607170"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33" name="Text Placeholder 7">
            <a:extLst>
              <a:ext uri="{FF2B5EF4-FFF2-40B4-BE49-F238E27FC236}">
                <a16:creationId xmlns:a16="http://schemas.microsoft.com/office/drawing/2014/main" id="{840CA4ED-D7FB-568C-31DE-810ACBDBBC90}"/>
              </a:ext>
            </a:extLst>
          </p:cNvPr>
          <p:cNvSpPr>
            <a:spLocks noGrp="1"/>
          </p:cNvSpPr>
          <p:nvPr>
            <p:ph type="body" sz="quarter" idx="29" hasCustomPrompt="1"/>
          </p:nvPr>
        </p:nvSpPr>
        <p:spPr>
          <a:xfrm>
            <a:off x="6682480"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4" name="Picture Placeholder 13">
            <a:extLst>
              <a:ext uri="{FF2B5EF4-FFF2-40B4-BE49-F238E27FC236}">
                <a16:creationId xmlns:a16="http://schemas.microsoft.com/office/drawing/2014/main" id="{16FD8EEB-D587-2D43-714E-BE953B29A8C0}"/>
              </a:ext>
            </a:extLst>
          </p:cNvPr>
          <p:cNvSpPr>
            <a:spLocks noGrp="1"/>
          </p:cNvSpPr>
          <p:nvPr>
            <p:ph type="pic" sz="quarter" idx="30"/>
          </p:nvPr>
        </p:nvSpPr>
        <p:spPr>
          <a:xfrm>
            <a:off x="6682480"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7" name="Text Placeholder 7">
            <a:extLst>
              <a:ext uri="{FF2B5EF4-FFF2-40B4-BE49-F238E27FC236}">
                <a16:creationId xmlns:a16="http://schemas.microsoft.com/office/drawing/2014/main" id="{318929D2-E300-A1B4-7E2B-4E5AD3BCEF35}"/>
              </a:ext>
            </a:extLst>
          </p:cNvPr>
          <p:cNvSpPr>
            <a:spLocks noGrp="1"/>
          </p:cNvSpPr>
          <p:nvPr>
            <p:ph type="body" sz="quarter" idx="31" hasCustomPrompt="1"/>
          </p:nvPr>
        </p:nvSpPr>
        <p:spPr>
          <a:xfrm>
            <a:off x="7756223"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78" name="Picture Placeholder 13">
            <a:extLst>
              <a:ext uri="{FF2B5EF4-FFF2-40B4-BE49-F238E27FC236}">
                <a16:creationId xmlns:a16="http://schemas.microsoft.com/office/drawing/2014/main" id="{734340CC-EC24-72FB-67F8-AC5DD9FD6305}"/>
              </a:ext>
            </a:extLst>
          </p:cNvPr>
          <p:cNvSpPr>
            <a:spLocks noGrp="1"/>
          </p:cNvSpPr>
          <p:nvPr>
            <p:ph type="pic" sz="quarter" idx="32"/>
          </p:nvPr>
        </p:nvSpPr>
        <p:spPr>
          <a:xfrm>
            <a:off x="7756223"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9" name="Text Placeholder 7">
            <a:extLst>
              <a:ext uri="{FF2B5EF4-FFF2-40B4-BE49-F238E27FC236}">
                <a16:creationId xmlns:a16="http://schemas.microsoft.com/office/drawing/2014/main" id="{1023754A-C347-CD77-7C3A-6CE1DAEB70E0}"/>
              </a:ext>
            </a:extLst>
          </p:cNvPr>
          <p:cNvSpPr>
            <a:spLocks noGrp="1"/>
          </p:cNvSpPr>
          <p:nvPr>
            <p:ph type="body" sz="quarter" idx="33" hasCustomPrompt="1"/>
          </p:nvPr>
        </p:nvSpPr>
        <p:spPr>
          <a:xfrm>
            <a:off x="8831533" y="2295064"/>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80" name="Picture Placeholder 13">
            <a:extLst>
              <a:ext uri="{FF2B5EF4-FFF2-40B4-BE49-F238E27FC236}">
                <a16:creationId xmlns:a16="http://schemas.microsoft.com/office/drawing/2014/main" id="{624F5D59-3459-204A-7A31-7F2736C1413A}"/>
              </a:ext>
            </a:extLst>
          </p:cNvPr>
          <p:cNvSpPr>
            <a:spLocks noGrp="1"/>
          </p:cNvSpPr>
          <p:nvPr>
            <p:ph type="pic" sz="quarter" idx="34"/>
          </p:nvPr>
        </p:nvSpPr>
        <p:spPr>
          <a:xfrm>
            <a:off x="8831532" y="158580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pic>
        <p:nvPicPr>
          <p:cNvPr id="3" name="Picture Placeholder 6">
            <a:extLst>
              <a:ext uri="{FF2B5EF4-FFF2-40B4-BE49-F238E27FC236}">
                <a16:creationId xmlns:a16="http://schemas.microsoft.com/office/drawing/2014/main" id="{5F6377F3-F81A-CD3B-4937-376846F104EF}"/>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3E232084-D1BE-49CF-D745-9B8A8FC614CB}"/>
              </a:ext>
            </a:extLst>
          </p:cNvPr>
          <p:cNvSpPr>
            <a:spLocks noGrp="1"/>
          </p:cNvSpPr>
          <p:nvPr>
            <p:ph type="body" sz="quarter" idx="17"/>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15" name="Subtitle 2">
            <a:extLst>
              <a:ext uri="{FF2B5EF4-FFF2-40B4-BE49-F238E27FC236}">
                <a16:creationId xmlns:a16="http://schemas.microsoft.com/office/drawing/2014/main" id="{895B306A-7BD6-F58D-A4DC-02CC80ECED73}"/>
              </a:ext>
            </a:extLst>
          </p:cNvPr>
          <p:cNvSpPr>
            <a:spLocks noGrp="1"/>
          </p:cNvSpPr>
          <p:nvPr>
            <p:ph type="subTitle" idx="1"/>
          </p:nvPr>
        </p:nvSpPr>
        <p:spPr>
          <a:xfrm>
            <a:off x="232188" y="1189487"/>
            <a:ext cx="6215517" cy="206124"/>
          </a:xfrm>
        </p:spPr>
        <p:txBody>
          <a:bodyPr/>
          <a:lstStyle>
            <a:lvl1pPr marL="0" indent="0" algn="l">
              <a:lnSpc>
                <a:spcPct val="102000"/>
              </a:lnSpc>
              <a:buNone/>
              <a:defRPr sz="1324"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6" name="Text Placeholder 7">
            <a:extLst>
              <a:ext uri="{FF2B5EF4-FFF2-40B4-BE49-F238E27FC236}">
                <a16:creationId xmlns:a16="http://schemas.microsoft.com/office/drawing/2014/main" id="{8CB345FD-AE1C-951E-0710-5DE668EA664F}"/>
              </a:ext>
            </a:extLst>
          </p:cNvPr>
          <p:cNvSpPr>
            <a:spLocks noGrp="1"/>
          </p:cNvSpPr>
          <p:nvPr>
            <p:ph type="body" sz="quarter" idx="18"/>
          </p:nvPr>
        </p:nvSpPr>
        <p:spPr>
          <a:xfrm>
            <a:off x="233743" y="483382"/>
            <a:ext cx="6213962" cy="131909"/>
          </a:xfrm>
        </p:spPr>
        <p:txBody>
          <a:bodyPr>
            <a:spAutoFit/>
          </a:bodyPr>
          <a:lstStyle>
            <a:lvl1pPr>
              <a:lnSpc>
                <a:spcPct val="98000"/>
              </a:lnSpc>
              <a:defRPr sz="856" b="0" i="0" cap="all" baseline="0">
                <a:solidFill>
                  <a:schemeClr val="bg2"/>
                </a:solidFill>
                <a:latin typeface="Rathbones Sans" pitchFamily="2" charset="0"/>
              </a:defRPr>
            </a:lvl1pPr>
          </a:lstStyle>
          <a:p>
            <a:pPr lvl="0"/>
            <a:r>
              <a:rPr lang="en-US"/>
              <a:t>Click to edit Master text styles</a:t>
            </a:r>
          </a:p>
        </p:txBody>
      </p:sp>
      <p:sp>
        <p:nvSpPr>
          <p:cNvPr id="19" name="Title 18">
            <a:extLst>
              <a:ext uri="{FF2B5EF4-FFF2-40B4-BE49-F238E27FC236}">
                <a16:creationId xmlns:a16="http://schemas.microsoft.com/office/drawing/2014/main" id="{9950433D-CC72-4F16-DA51-1E37E607EC9B}"/>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
        <p:nvSpPr>
          <p:cNvPr id="22" name="Text Placeholder 7">
            <a:extLst>
              <a:ext uri="{FF2B5EF4-FFF2-40B4-BE49-F238E27FC236}">
                <a16:creationId xmlns:a16="http://schemas.microsoft.com/office/drawing/2014/main" id="{39EEA536-7F2D-1C05-E601-1B036C9A1EF4}"/>
              </a:ext>
            </a:extLst>
          </p:cNvPr>
          <p:cNvSpPr>
            <a:spLocks noGrp="1"/>
          </p:cNvSpPr>
          <p:nvPr>
            <p:ph type="body" sz="quarter" idx="35" hasCustomPrompt="1"/>
          </p:nvPr>
        </p:nvSpPr>
        <p:spPr>
          <a:xfrm>
            <a:off x="232188"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23" name="Picture Placeholder 13">
            <a:extLst>
              <a:ext uri="{FF2B5EF4-FFF2-40B4-BE49-F238E27FC236}">
                <a16:creationId xmlns:a16="http://schemas.microsoft.com/office/drawing/2014/main" id="{E5794378-B864-A266-B607-D76F73A0AD2C}"/>
              </a:ext>
            </a:extLst>
          </p:cNvPr>
          <p:cNvSpPr>
            <a:spLocks noGrp="1"/>
          </p:cNvSpPr>
          <p:nvPr>
            <p:ph type="pic" sz="quarter" idx="36"/>
          </p:nvPr>
        </p:nvSpPr>
        <p:spPr>
          <a:xfrm>
            <a:off x="232187"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24" name="Text Placeholder 7">
            <a:extLst>
              <a:ext uri="{FF2B5EF4-FFF2-40B4-BE49-F238E27FC236}">
                <a16:creationId xmlns:a16="http://schemas.microsoft.com/office/drawing/2014/main" id="{02E315E3-DF45-4D52-38CD-DC686924CB2F}"/>
              </a:ext>
            </a:extLst>
          </p:cNvPr>
          <p:cNvSpPr>
            <a:spLocks noGrp="1"/>
          </p:cNvSpPr>
          <p:nvPr>
            <p:ph type="body" sz="quarter" idx="37" hasCustomPrompt="1"/>
          </p:nvPr>
        </p:nvSpPr>
        <p:spPr>
          <a:xfrm>
            <a:off x="1307498"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25" name="Picture Placeholder 13">
            <a:extLst>
              <a:ext uri="{FF2B5EF4-FFF2-40B4-BE49-F238E27FC236}">
                <a16:creationId xmlns:a16="http://schemas.microsoft.com/office/drawing/2014/main" id="{749B6A0D-88DE-0283-DA20-9A5D0EAD3FD6}"/>
              </a:ext>
            </a:extLst>
          </p:cNvPr>
          <p:cNvSpPr>
            <a:spLocks noGrp="1"/>
          </p:cNvSpPr>
          <p:nvPr>
            <p:ph type="pic" sz="quarter" idx="38"/>
          </p:nvPr>
        </p:nvSpPr>
        <p:spPr>
          <a:xfrm>
            <a:off x="1307497"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26" name="Text Placeholder 7">
            <a:extLst>
              <a:ext uri="{FF2B5EF4-FFF2-40B4-BE49-F238E27FC236}">
                <a16:creationId xmlns:a16="http://schemas.microsoft.com/office/drawing/2014/main" id="{A023BA38-6CD3-640F-DB6E-86661D28C600}"/>
              </a:ext>
            </a:extLst>
          </p:cNvPr>
          <p:cNvSpPr>
            <a:spLocks noGrp="1"/>
          </p:cNvSpPr>
          <p:nvPr>
            <p:ph type="body" sz="quarter" idx="39" hasCustomPrompt="1"/>
          </p:nvPr>
        </p:nvSpPr>
        <p:spPr>
          <a:xfrm>
            <a:off x="2382808"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5" name="Picture Placeholder 13">
            <a:extLst>
              <a:ext uri="{FF2B5EF4-FFF2-40B4-BE49-F238E27FC236}">
                <a16:creationId xmlns:a16="http://schemas.microsoft.com/office/drawing/2014/main" id="{FDE63C1F-CCC7-3863-DCF5-5D8B8D7B01D0}"/>
              </a:ext>
            </a:extLst>
          </p:cNvPr>
          <p:cNvSpPr>
            <a:spLocks noGrp="1"/>
          </p:cNvSpPr>
          <p:nvPr>
            <p:ph type="pic" sz="quarter" idx="40"/>
          </p:nvPr>
        </p:nvSpPr>
        <p:spPr>
          <a:xfrm>
            <a:off x="2382808"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36" name="Text Placeholder 7">
            <a:extLst>
              <a:ext uri="{FF2B5EF4-FFF2-40B4-BE49-F238E27FC236}">
                <a16:creationId xmlns:a16="http://schemas.microsoft.com/office/drawing/2014/main" id="{8C26C8F9-0E41-013A-C953-F7444B13DC12}"/>
              </a:ext>
            </a:extLst>
          </p:cNvPr>
          <p:cNvSpPr>
            <a:spLocks noGrp="1"/>
          </p:cNvSpPr>
          <p:nvPr>
            <p:ph type="body" sz="quarter" idx="41" hasCustomPrompt="1"/>
          </p:nvPr>
        </p:nvSpPr>
        <p:spPr>
          <a:xfrm>
            <a:off x="3458119"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7" name="Picture Placeholder 13">
            <a:extLst>
              <a:ext uri="{FF2B5EF4-FFF2-40B4-BE49-F238E27FC236}">
                <a16:creationId xmlns:a16="http://schemas.microsoft.com/office/drawing/2014/main" id="{720239EC-820A-8692-AB58-2ED703A2A286}"/>
              </a:ext>
            </a:extLst>
          </p:cNvPr>
          <p:cNvSpPr>
            <a:spLocks noGrp="1"/>
          </p:cNvSpPr>
          <p:nvPr>
            <p:ph type="pic" sz="quarter" idx="42"/>
          </p:nvPr>
        </p:nvSpPr>
        <p:spPr>
          <a:xfrm>
            <a:off x="3458117"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38" name="Text Placeholder 7">
            <a:extLst>
              <a:ext uri="{FF2B5EF4-FFF2-40B4-BE49-F238E27FC236}">
                <a16:creationId xmlns:a16="http://schemas.microsoft.com/office/drawing/2014/main" id="{D648DB21-5C31-2B95-B9CE-8E9E23648A07}"/>
              </a:ext>
            </a:extLst>
          </p:cNvPr>
          <p:cNvSpPr>
            <a:spLocks noGrp="1"/>
          </p:cNvSpPr>
          <p:nvPr>
            <p:ph type="body" sz="quarter" idx="43" hasCustomPrompt="1"/>
          </p:nvPr>
        </p:nvSpPr>
        <p:spPr>
          <a:xfrm>
            <a:off x="4531860"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39" name="Picture Placeholder 13">
            <a:extLst>
              <a:ext uri="{FF2B5EF4-FFF2-40B4-BE49-F238E27FC236}">
                <a16:creationId xmlns:a16="http://schemas.microsoft.com/office/drawing/2014/main" id="{450FB586-7E30-DC9A-4005-7B5769DB97B6}"/>
              </a:ext>
            </a:extLst>
          </p:cNvPr>
          <p:cNvSpPr>
            <a:spLocks noGrp="1"/>
          </p:cNvSpPr>
          <p:nvPr>
            <p:ph type="pic" sz="quarter" idx="44"/>
          </p:nvPr>
        </p:nvSpPr>
        <p:spPr>
          <a:xfrm>
            <a:off x="4531859"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40" name="Text Placeholder 7">
            <a:extLst>
              <a:ext uri="{FF2B5EF4-FFF2-40B4-BE49-F238E27FC236}">
                <a16:creationId xmlns:a16="http://schemas.microsoft.com/office/drawing/2014/main" id="{12BE3A00-A706-A113-D7A1-C20F098494C4}"/>
              </a:ext>
            </a:extLst>
          </p:cNvPr>
          <p:cNvSpPr>
            <a:spLocks noGrp="1"/>
          </p:cNvSpPr>
          <p:nvPr>
            <p:ph type="body" sz="quarter" idx="45" hasCustomPrompt="1"/>
          </p:nvPr>
        </p:nvSpPr>
        <p:spPr>
          <a:xfrm>
            <a:off x="5607170"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41" name="Picture Placeholder 13">
            <a:extLst>
              <a:ext uri="{FF2B5EF4-FFF2-40B4-BE49-F238E27FC236}">
                <a16:creationId xmlns:a16="http://schemas.microsoft.com/office/drawing/2014/main" id="{FC9F7AB0-DB43-CEE6-9167-78DC533D02EB}"/>
              </a:ext>
            </a:extLst>
          </p:cNvPr>
          <p:cNvSpPr>
            <a:spLocks noGrp="1"/>
          </p:cNvSpPr>
          <p:nvPr>
            <p:ph type="pic" sz="quarter" idx="46"/>
          </p:nvPr>
        </p:nvSpPr>
        <p:spPr>
          <a:xfrm>
            <a:off x="5607170"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42" name="Text Placeholder 7">
            <a:extLst>
              <a:ext uri="{FF2B5EF4-FFF2-40B4-BE49-F238E27FC236}">
                <a16:creationId xmlns:a16="http://schemas.microsoft.com/office/drawing/2014/main" id="{07E121C5-7CD8-8951-26E1-815B30689DE4}"/>
              </a:ext>
            </a:extLst>
          </p:cNvPr>
          <p:cNvSpPr>
            <a:spLocks noGrp="1"/>
          </p:cNvSpPr>
          <p:nvPr>
            <p:ph type="body" sz="quarter" idx="47" hasCustomPrompt="1"/>
          </p:nvPr>
        </p:nvSpPr>
        <p:spPr>
          <a:xfrm>
            <a:off x="6682480"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43" name="Picture Placeholder 13">
            <a:extLst>
              <a:ext uri="{FF2B5EF4-FFF2-40B4-BE49-F238E27FC236}">
                <a16:creationId xmlns:a16="http://schemas.microsoft.com/office/drawing/2014/main" id="{08BDF20E-E71D-9939-112D-34A7102BED61}"/>
              </a:ext>
            </a:extLst>
          </p:cNvPr>
          <p:cNvSpPr>
            <a:spLocks noGrp="1"/>
          </p:cNvSpPr>
          <p:nvPr>
            <p:ph type="pic" sz="quarter" idx="48"/>
          </p:nvPr>
        </p:nvSpPr>
        <p:spPr>
          <a:xfrm>
            <a:off x="6682480"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44" name="Text Placeholder 7">
            <a:extLst>
              <a:ext uri="{FF2B5EF4-FFF2-40B4-BE49-F238E27FC236}">
                <a16:creationId xmlns:a16="http://schemas.microsoft.com/office/drawing/2014/main" id="{258CF654-168A-70BE-2F6A-606131CFE552}"/>
              </a:ext>
            </a:extLst>
          </p:cNvPr>
          <p:cNvSpPr>
            <a:spLocks noGrp="1"/>
          </p:cNvSpPr>
          <p:nvPr>
            <p:ph type="body" sz="quarter" idx="49" hasCustomPrompt="1"/>
          </p:nvPr>
        </p:nvSpPr>
        <p:spPr>
          <a:xfrm>
            <a:off x="7756223"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45" name="Picture Placeholder 13">
            <a:extLst>
              <a:ext uri="{FF2B5EF4-FFF2-40B4-BE49-F238E27FC236}">
                <a16:creationId xmlns:a16="http://schemas.microsoft.com/office/drawing/2014/main" id="{3B424FBE-3200-345B-8326-EC5FC0FC133A}"/>
              </a:ext>
            </a:extLst>
          </p:cNvPr>
          <p:cNvSpPr>
            <a:spLocks noGrp="1"/>
          </p:cNvSpPr>
          <p:nvPr>
            <p:ph type="pic" sz="quarter" idx="50"/>
          </p:nvPr>
        </p:nvSpPr>
        <p:spPr>
          <a:xfrm>
            <a:off x="7756223"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46" name="Text Placeholder 7">
            <a:extLst>
              <a:ext uri="{FF2B5EF4-FFF2-40B4-BE49-F238E27FC236}">
                <a16:creationId xmlns:a16="http://schemas.microsoft.com/office/drawing/2014/main" id="{58E90B01-B28D-473D-DE26-2C0E16C30B10}"/>
              </a:ext>
            </a:extLst>
          </p:cNvPr>
          <p:cNvSpPr>
            <a:spLocks noGrp="1"/>
          </p:cNvSpPr>
          <p:nvPr>
            <p:ph type="body" sz="quarter" idx="51" hasCustomPrompt="1"/>
          </p:nvPr>
        </p:nvSpPr>
        <p:spPr>
          <a:xfrm>
            <a:off x="8831533" y="3472825"/>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47" name="Picture Placeholder 13">
            <a:extLst>
              <a:ext uri="{FF2B5EF4-FFF2-40B4-BE49-F238E27FC236}">
                <a16:creationId xmlns:a16="http://schemas.microsoft.com/office/drawing/2014/main" id="{60D2CC06-B432-7932-1B4D-01D844DF1EF1}"/>
              </a:ext>
            </a:extLst>
          </p:cNvPr>
          <p:cNvSpPr>
            <a:spLocks noGrp="1"/>
          </p:cNvSpPr>
          <p:nvPr>
            <p:ph type="pic" sz="quarter" idx="52"/>
          </p:nvPr>
        </p:nvSpPr>
        <p:spPr>
          <a:xfrm>
            <a:off x="8831532" y="2763566"/>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48" name="Text Placeholder 7">
            <a:extLst>
              <a:ext uri="{FF2B5EF4-FFF2-40B4-BE49-F238E27FC236}">
                <a16:creationId xmlns:a16="http://schemas.microsoft.com/office/drawing/2014/main" id="{2B096214-D122-C16E-B4DA-648AC5A71A4A}"/>
              </a:ext>
            </a:extLst>
          </p:cNvPr>
          <p:cNvSpPr>
            <a:spLocks noGrp="1"/>
          </p:cNvSpPr>
          <p:nvPr>
            <p:ph type="body" sz="quarter" idx="53" hasCustomPrompt="1"/>
          </p:nvPr>
        </p:nvSpPr>
        <p:spPr>
          <a:xfrm>
            <a:off x="232188"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49" name="Picture Placeholder 13">
            <a:extLst>
              <a:ext uri="{FF2B5EF4-FFF2-40B4-BE49-F238E27FC236}">
                <a16:creationId xmlns:a16="http://schemas.microsoft.com/office/drawing/2014/main" id="{A2835C13-8F60-0878-3890-FAC68862F850}"/>
              </a:ext>
            </a:extLst>
          </p:cNvPr>
          <p:cNvSpPr>
            <a:spLocks noGrp="1"/>
          </p:cNvSpPr>
          <p:nvPr>
            <p:ph type="pic" sz="quarter" idx="54"/>
          </p:nvPr>
        </p:nvSpPr>
        <p:spPr>
          <a:xfrm>
            <a:off x="232187"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50" name="Text Placeholder 7">
            <a:extLst>
              <a:ext uri="{FF2B5EF4-FFF2-40B4-BE49-F238E27FC236}">
                <a16:creationId xmlns:a16="http://schemas.microsoft.com/office/drawing/2014/main" id="{DF70F1F2-5E3C-F981-F606-0DA345CAD9BA}"/>
              </a:ext>
            </a:extLst>
          </p:cNvPr>
          <p:cNvSpPr>
            <a:spLocks noGrp="1"/>
          </p:cNvSpPr>
          <p:nvPr>
            <p:ph type="body" sz="quarter" idx="55" hasCustomPrompt="1"/>
          </p:nvPr>
        </p:nvSpPr>
        <p:spPr>
          <a:xfrm>
            <a:off x="1307498"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51" name="Picture Placeholder 13">
            <a:extLst>
              <a:ext uri="{FF2B5EF4-FFF2-40B4-BE49-F238E27FC236}">
                <a16:creationId xmlns:a16="http://schemas.microsoft.com/office/drawing/2014/main" id="{3706EC95-FCF2-843D-9A92-AA686BE84460}"/>
              </a:ext>
            </a:extLst>
          </p:cNvPr>
          <p:cNvSpPr>
            <a:spLocks noGrp="1"/>
          </p:cNvSpPr>
          <p:nvPr>
            <p:ph type="pic" sz="quarter" idx="56"/>
          </p:nvPr>
        </p:nvSpPr>
        <p:spPr>
          <a:xfrm>
            <a:off x="1307497"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52" name="Text Placeholder 7">
            <a:extLst>
              <a:ext uri="{FF2B5EF4-FFF2-40B4-BE49-F238E27FC236}">
                <a16:creationId xmlns:a16="http://schemas.microsoft.com/office/drawing/2014/main" id="{3EE67663-94FB-11F1-80E0-44782AD95D06}"/>
              </a:ext>
            </a:extLst>
          </p:cNvPr>
          <p:cNvSpPr>
            <a:spLocks noGrp="1"/>
          </p:cNvSpPr>
          <p:nvPr>
            <p:ph type="body" sz="quarter" idx="57" hasCustomPrompt="1"/>
          </p:nvPr>
        </p:nvSpPr>
        <p:spPr>
          <a:xfrm>
            <a:off x="2382808"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53" name="Picture Placeholder 13">
            <a:extLst>
              <a:ext uri="{FF2B5EF4-FFF2-40B4-BE49-F238E27FC236}">
                <a16:creationId xmlns:a16="http://schemas.microsoft.com/office/drawing/2014/main" id="{C314C4EA-72CF-08D2-D37E-0CA9E00A116E}"/>
              </a:ext>
            </a:extLst>
          </p:cNvPr>
          <p:cNvSpPr>
            <a:spLocks noGrp="1"/>
          </p:cNvSpPr>
          <p:nvPr>
            <p:ph type="pic" sz="quarter" idx="58"/>
          </p:nvPr>
        </p:nvSpPr>
        <p:spPr>
          <a:xfrm>
            <a:off x="2382808"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54" name="Text Placeholder 7">
            <a:extLst>
              <a:ext uri="{FF2B5EF4-FFF2-40B4-BE49-F238E27FC236}">
                <a16:creationId xmlns:a16="http://schemas.microsoft.com/office/drawing/2014/main" id="{F5E7B22B-ECE2-A4D0-E8A3-1E42EFBEF2B7}"/>
              </a:ext>
            </a:extLst>
          </p:cNvPr>
          <p:cNvSpPr>
            <a:spLocks noGrp="1"/>
          </p:cNvSpPr>
          <p:nvPr>
            <p:ph type="body" sz="quarter" idx="59" hasCustomPrompt="1"/>
          </p:nvPr>
        </p:nvSpPr>
        <p:spPr>
          <a:xfrm>
            <a:off x="3458119"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55" name="Picture Placeholder 13">
            <a:extLst>
              <a:ext uri="{FF2B5EF4-FFF2-40B4-BE49-F238E27FC236}">
                <a16:creationId xmlns:a16="http://schemas.microsoft.com/office/drawing/2014/main" id="{6BF40DB6-CBA0-7386-8BA8-663CC3914539}"/>
              </a:ext>
            </a:extLst>
          </p:cNvPr>
          <p:cNvSpPr>
            <a:spLocks noGrp="1"/>
          </p:cNvSpPr>
          <p:nvPr>
            <p:ph type="pic" sz="quarter" idx="60"/>
          </p:nvPr>
        </p:nvSpPr>
        <p:spPr>
          <a:xfrm>
            <a:off x="3458117"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56" name="Text Placeholder 7">
            <a:extLst>
              <a:ext uri="{FF2B5EF4-FFF2-40B4-BE49-F238E27FC236}">
                <a16:creationId xmlns:a16="http://schemas.microsoft.com/office/drawing/2014/main" id="{424083B3-EE30-639A-7A15-0E0C748D7062}"/>
              </a:ext>
            </a:extLst>
          </p:cNvPr>
          <p:cNvSpPr>
            <a:spLocks noGrp="1"/>
          </p:cNvSpPr>
          <p:nvPr>
            <p:ph type="body" sz="quarter" idx="61" hasCustomPrompt="1"/>
          </p:nvPr>
        </p:nvSpPr>
        <p:spPr>
          <a:xfrm>
            <a:off x="4531860"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57" name="Picture Placeholder 13">
            <a:extLst>
              <a:ext uri="{FF2B5EF4-FFF2-40B4-BE49-F238E27FC236}">
                <a16:creationId xmlns:a16="http://schemas.microsoft.com/office/drawing/2014/main" id="{7E364B63-2848-D86E-1DE0-C4C4C4B3FAF2}"/>
              </a:ext>
            </a:extLst>
          </p:cNvPr>
          <p:cNvSpPr>
            <a:spLocks noGrp="1"/>
          </p:cNvSpPr>
          <p:nvPr>
            <p:ph type="pic" sz="quarter" idx="62"/>
          </p:nvPr>
        </p:nvSpPr>
        <p:spPr>
          <a:xfrm>
            <a:off x="4531859"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58" name="Text Placeholder 7">
            <a:extLst>
              <a:ext uri="{FF2B5EF4-FFF2-40B4-BE49-F238E27FC236}">
                <a16:creationId xmlns:a16="http://schemas.microsoft.com/office/drawing/2014/main" id="{77C1E025-E6DD-72C6-1790-CC5F7467FC82}"/>
              </a:ext>
            </a:extLst>
          </p:cNvPr>
          <p:cNvSpPr>
            <a:spLocks noGrp="1"/>
          </p:cNvSpPr>
          <p:nvPr>
            <p:ph type="body" sz="quarter" idx="63" hasCustomPrompt="1"/>
          </p:nvPr>
        </p:nvSpPr>
        <p:spPr>
          <a:xfrm>
            <a:off x="5607170"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59" name="Picture Placeholder 13">
            <a:extLst>
              <a:ext uri="{FF2B5EF4-FFF2-40B4-BE49-F238E27FC236}">
                <a16:creationId xmlns:a16="http://schemas.microsoft.com/office/drawing/2014/main" id="{F56D6B17-092D-A9E6-5529-32DA59C28168}"/>
              </a:ext>
            </a:extLst>
          </p:cNvPr>
          <p:cNvSpPr>
            <a:spLocks noGrp="1"/>
          </p:cNvSpPr>
          <p:nvPr>
            <p:ph type="pic" sz="quarter" idx="64"/>
          </p:nvPr>
        </p:nvSpPr>
        <p:spPr>
          <a:xfrm>
            <a:off x="5607170"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60" name="Text Placeholder 7">
            <a:extLst>
              <a:ext uri="{FF2B5EF4-FFF2-40B4-BE49-F238E27FC236}">
                <a16:creationId xmlns:a16="http://schemas.microsoft.com/office/drawing/2014/main" id="{E1E01024-8F2C-0A7D-F26A-E1631061D38F}"/>
              </a:ext>
            </a:extLst>
          </p:cNvPr>
          <p:cNvSpPr>
            <a:spLocks noGrp="1"/>
          </p:cNvSpPr>
          <p:nvPr>
            <p:ph type="body" sz="quarter" idx="65" hasCustomPrompt="1"/>
          </p:nvPr>
        </p:nvSpPr>
        <p:spPr>
          <a:xfrm>
            <a:off x="6682480"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61" name="Picture Placeholder 13">
            <a:extLst>
              <a:ext uri="{FF2B5EF4-FFF2-40B4-BE49-F238E27FC236}">
                <a16:creationId xmlns:a16="http://schemas.microsoft.com/office/drawing/2014/main" id="{17D3747D-B8AB-96F5-7D9C-DE1BAB819B36}"/>
              </a:ext>
            </a:extLst>
          </p:cNvPr>
          <p:cNvSpPr>
            <a:spLocks noGrp="1"/>
          </p:cNvSpPr>
          <p:nvPr>
            <p:ph type="pic" sz="quarter" idx="66"/>
          </p:nvPr>
        </p:nvSpPr>
        <p:spPr>
          <a:xfrm>
            <a:off x="6682480"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62" name="Text Placeholder 7">
            <a:extLst>
              <a:ext uri="{FF2B5EF4-FFF2-40B4-BE49-F238E27FC236}">
                <a16:creationId xmlns:a16="http://schemas.microsoft.com/office/drawing/2014/main" id="{B33D3D7C-6DB3-CB69-3497-305D4C6B6438}"/>
              </a:ext>
            </a:extLst>
          </p:cNvPr>
          <p:cNvSpPr>
            <a:spLocks noGrp="1"/>
          </p:cNvSpPr>
          <p:nvPr>
            <p:ph type="body" sz="quarter" idx="67" hasCustomPrompt="1"/>
          </p:nvPr>
        </p:nvSpPr>
        <p:spPr>
          <a:xfrm>
            <a:off x="7756223"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63" name="Picture Placeholder 13">
            <a:extLst>
              <a:ext uri="{FF2B5EF4-FFF2-40B4-BE49-F238E27FC236}">
                <a16:creationId xmlns:a16="http://schemas.microsoft.com/office/drawing/2014/main" id="{6970A350-FAE0-2E7E-3407-78FA0742F56C}"/>
              </a:ext>
            </a:extLst>
          </p:cNvPr>
          <p:cNvSpPr>
            <a:spLocks noGrp="1"/>
          </p:cNvSpPr>
          <p:nvPr>
            <p:ph type="pic" sz="quarter" idx="68"/>
          </p:nvPr>
        </p:nvSpPr>
        <p:spPr>
          <a:xfrm>
            <a:off x="7756223"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64" name="Text Placeholder 7">
            <a:extLst>
              <a:ext uri="{FF2B5EF4-FFF2-40B4-BE49-F238E27FC236}">
                <a16:creationId xmlns:a16="http://schemas.microsoft.com/office/drawing/2014/main" id="{5504AF58-78F0-B6E3-CEA6-637F144852FA}"/>
              </a:ext>
            </a:extLst>
          </p:cNvPr>
          <p:cNvSpPr>
            <a:spLocks noGrp="1"/>
          </p:cNvSpPr>
          <p:nvPr>
            <p:ph type="body" sz="quarter" idx="69" hasCustomPrompt="1"/>
          </p:nvPr>
        </p:nvSpPr>
        <p:spPr>
          <a:xfrm>
            <a:off x="8831533" y="4651836"/>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65" name="Picture Placeholder 13">
            <a:extLst>
              <a:ext uri="{FF2B5EF4-FFF2-40B4-BE49-F238E27FC236}">
                <a16:creationId xmlns:a16="http://schemas.microsoft.com/office/drawing/2014/main" id="{56C9613B-A744-3545-FFB2-80CD28070483}"/>
              </a:ext>
            </a:extLst>
          </p:cNvPr>
          <p:cNvSpPr>
            <a:spLocks noGrp="1"/>
          </p:cNvSpPr>
          <p:nvPr>
            <p:ph type="pic" sz="quarter" idx="70"/>
          </p:nvPr>
        </p:nvSpPr>
        <p:spPr>
          <a:xfrm>
            <a:off x="8831532" y="3942578"/>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66" name="Text Placeholder 7">
            <a:extLst>
              <a:ext uri="{FF2B5EF4-FFF2-40B4-BE49-F238E27FC236}">
                <a16:creationId xmlns:a16="http://schemas.microsoft.com/office/drawing/2014/main" id="{216EFDE9-A6BE-BA58-1FC3-ED185DC53F56}"/>
              </a:ext>
            </a:extLst>
          </p:cNvPr>
          <p:cNvSpPr>
            <a:spLocks noGrp="1"/>
          </p:cNvSpPr>
          <p:nvPr>
            <p:ph type="body" sz="quarter" idx="71" hasCustomPrompt="1"/>
          </p:nvPr>
        </p:nvSpPr>
        <p:spPr>
          <a:xfrm>
            <a:off x="232188"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67" name="Picture Placeholder 13">
            <a:extLst>
              <a:ext uri="{FF2B5EF4-FFF2-40B4-BE49-F238E27FC236}">
                <a16:creationId xmlns:a16="http://schemas.microsoft.com/office/drawing/2014/main" id="{EF485A49-D9F5-A422-C051-C92267A464BD}"/>
              </a:ext>
            </a:extLst>
          </p:cNvPr>
          <p:cNvSpPr>
            <a:spLocks noGrp="1"/>
          </p:cNvSpPr>
          <p:nvPr>
            <p:ph type="pic" sz="quarter" idx="72"/>
          </p:nvPr>
        </p:nvSpPr>
        <p:spPr>
          <a:xfrm>
            <a:off x="232187"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68" name="Text Placeholder 7">
            <a:extLst>
              <a:ext uri="{FF2B5EF4-FFF2-40B4-BE49-F238E27FC236}">
                <a16:creationId xmlns:a16="http://schemas.microsoft.com/office/drawing/2014/main" id="{E1241B87-0551-23D2-7BAC-773BFAF33DDB}"/>
              </a:ext>
            </a:extLst>
          </p:cNvPr>
          <p:cNvSpPr>
            <a:spLocks noGrp="1"/>
          </p:cNvSpPr>
          <p:nvPr>
            <p:ph type="body" sz="quarter" idx="73" hasCustomPrompt="1"/>
          </p:nvPr>
        </p:nvSpPr>
        <p:spPr>
          <a:xfrm>
            <a:off x="1307498"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69" name="Picture Placeholder 13">
            <a:extLst>
              <a:ext uri="{FF2B5EF4-FFF2-40B4-BE49-F238E27FC236}">
                <a16:creationId xmlns:a16="http://schemas.microsoft.com/office/drawing/2014/main" id="{566C0A62-D774-4DA1-B8DE-4C316B908BDD}"/>
              </a:ext>
            </a:extLst>
          </p:cNvPr>
          <p:cNvSpPr>
            <a:spLocks noGrp="1"/>
          </p:cNvSpPr>
          <p:nvPr>
            <p:ph type="pic" sz="quarter" idx="74"/>
          </p:nvPr>
        </p:nvSpPr>
        <p:spPr>
          <a:xfrm>
            <a:off x="1307497"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0" name="Text Placeholder 7">
            <a:extLst>
              <a:ext uri="{FF2B5EF4-FFF2-40B4-BE49-F238E27FC236}">
                <a16:creationId xmlns:a16="http://schemas.microsoft.com/office/drawing/2014/main" id="{C48D494E-330F-7ED1-121F-E34764C2B83C}"/>
              </a:ext>
            </a:extLst>
          </p:cNvPr>
          <p:cNvSpPr>
            <a:spLocks noGrp="1"/>
          </p:cNvSpPr>
          <p:nvPr>
            <p:ph type="body" sz="quarter" idx="75" hasCustomPrompt="1"/>
          </p:nvPr>
        </p:nvSpPr>
        <p:spPr>
          <a:xfrm>
            <a:off x="2382808"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71" name="Picture Placeholder 13">
            <a:extLst>
              <a:ext uri="{FF2B5EF4-FFF2-40B4-BE49-F238E27FC236}">
                <a16:creationId xmlns:a16="http://schemas.microsoft.com/office/drawing/2014/main" id="{31E43968-F072-514B-F18F-087B49D3E8F5}"/>
              </a:ext>
            </a:extLst>
          </p:cNvPr>
          <p:cNvSpPr>
            <a:spLocks noGrp="1"/>
          </p:cNvSpPr>
          <p:nvPr>
            <p:ph type="pic" sz="quarter" idx="76"/>
          </p:nvPr>
        </p:nvSpPr>
        <p:spPr>
          <a:xfrm>
            <a:off x="2382808"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2" name="Text Placeholder 7">
            <a:extLst>
              <a:ext uri="{FF2B5EF4-FFF2-40B4-BE49-F238E27FC236}">
                <a16:creationId xmlns:a16="http://schemas.microsoft.com/office/drawing/2014/main" id="{58EF68F5-8BD9-C59F-A56E-FC7A8BCA0B43}"/>
              </a:ext>
            </a:extLst>
          </p:cNvPr>
          <p:cNvSpPr>
            <a:spLocks noGrp="1"/>
          </p:cNvSpPr>
          <p:nvPr>
            <p:ph type="body" sz="quarter" idx="77" hasCustomPrompt="1"/>
          </p:nvPr>
        </p:nvSpPr>
        <p:spPr>
          <a:xfrm>
            <a:off x="3458119"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73" name="Picture Placeholder 13">
            <a:extLst>
              <a:ext uri="{FF2B5EF4-FFF2-40B4-BE49-F238E27FC236}">
                <a16:creationId xmlns:a16="http://schemas.microsoft.com/office/drawing/2014/main" id="{E79967AB-5050-9327-C608-2112BBEE0C1D}"/>
              </a:ext>
            </a:extLst>
          </p:cNvPr>
          <p:cNvSpPr>
            <a:spLocks noGrp="1"/>
          </p:cNvSpPr>
          <p:nvPr>
            <p:ph type="pic" sz="quarter" idx="78"/>
          </p:nvPr>
        </p:nvSpPr>
        <p:spPr>
          <a:xfrm>
            <a:off x="3458117"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4" name="Text Placeholder 7">
            <a:extLst>
              <a:ext uri="{FF2B5EF4-FFF2-40B4-BE49-F238E27FC236}">
                <a16:creationId xmlns:a16="http://schemas.microsoft.com/office/drawing/2014/main" id="{51E6D9CB-52D6-E5B9-679A-EB24D60B910A}"/>
              </a:ext>
            </a:extLst>
          </p:cNvPr>
          <p:cNvSpPr>
            <a:spLocks noGrp="1"/>
          </p:cNvSpPr>
          <p:nvPr>
            <p:ph type="body" sz="quarter" idx="79" hasCustomPrompt="1"/>
          </p:nvPr>
        </p:nvSpPr>
        <p:spPr>
          <a:xfrm>
            <a:off x="4531860"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75" name="Picture Placeholder 13">
            <a:extLst>
              <a:ext uri="{FF2B5EF4-FFF2-40B4-BE49-F238E27FC236}">
                <a16:creationId xmlns:a16="http://schemas.microsoft.com/office/drawing/2014/main" id="{E57E0327-40FD-8016-9B7A-B1AB7053E6A3}"/>
              </a:ext>
            </a:extLst>
          </p:cNvPr>
          <p:cNvSpPr>
            <a:spLocks noGrp="1"/>
          </p:cNvSpPr>
          <p:nvPr>
            <p:ph type="pic" sz="quarter" idx="80"/>
          </p:nvPr>
        </p:nvSpPr>
        <p:spPr>
          <a:xfrm>
            <a:off x="4531859"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76" name="Text Placeholder 7">
            <a:extLst>
              <a:ext uri="{FF2B5EF4-FFF2-40B4-BE49-F238E27FC236}">
                <a16:creationId xmlns:a16="http://schemas.microsoft.com/office/drawing/2014/main" id="{397BF337-3939-40F7-089B-69932546E5ED}"/>
              </a:ext>
            </a:extLst>
          </p:cNvPr>
          <p:cNvSpPr>
            <a:spLocks noGrp="1"/>
          </p:cNvSpPr>
          <p:nvPr>
            <p:ph type="body" sz="quarter" idx="81" hasCustomPrompt="1"/>
          </p:nvPr>
        </p:nvSpPr>
        <p:spPr>
          <a:xfrm>
            <a:off x="5607170"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81" name="Picture Placeholder 13">
            <a:extLst>
              <a:ext uri="{FF2B5EF4-FFF2-40B4-BE49-F238E27FC236}">
                <a16:creationId xmlns:a16="http://schemas.microsoft.com/office/drawing/2014/main" id="{38B8F4F9-02D6-00DC-528D-3C5906021937}"/>
              </a:ext>
            </a:extLst>
          </p:cNvPr>
          <p:cNvSpPr>
            <a:spLocks noGrp="1"/>
          </p:cNvSpPr>
          <p:nvPr>
            <p:ph type="pic" sz="quarter" idx="82"/>
          </p:nvPr>
        </p:nvSpPr>
        <p:spPr>
          <a:xfrm>
            <a:off x="5607170"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83" name="Text Placeholder 7">
            <a:extLst>
              <a:ext uri="{FF2B5EF4-FFF2-40B4-BE49-F238E27FC236}">
                <a16:creationId xmlns:a16="http://schemas.microsoft.com/office/drawing/2014/main" id="{AC27E6C2-4B32-5A19-66D7-AA57FED6F8A8}"/>
              </a:ext>
            </a:extLst>
          </p:cNvPr>
          <p:cNvSpPr>
            <a:spLocks noGrp="1"/>
          </p:cNvSpPr>
          <p:nvPr>
            <p:ph type="body" sz="quarter" idx="83" hasCustomPrompt="1"/>
          </p:nvPr>
        </p:nvSpPr>
        <p:spPr>
          <a:xfrm>
            <a:off x="6682480"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85" name="Picture Placeholder 13">
            <a:extLst>
              <a:ext uri="{FF2B5EF4-FFF2-40B4-BE49-F238E27FC236}">
                <a16:creationId xmlns:a16="http://schemas.microsoft.com/office/drawing/2014/main" id="{D0020C29-3EBB-0607-B8C0-7F1175F18F1A}"/>
              </a:ext>
            </a:extLst>
          </p:cNvPr>
          <p:cNvSpPr>
            <a:spLocks noGrp="1"/>
          </p:cNvSpPr>
          <p:nvPr>
            <p:ph type="pic" sz="quarter" idx="84"/>
          </p:nvPr>
        </p:nvSpPr>
        <p:spPr>
          <a:xfrm>
            <a:off x="6682480"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87" name="Text Placeholder 7">
            <a:extLst>
              <a:ext uri="{FF2B5EF4-FFF2-40B4-BE49-F238E27FC236}">
                <a16:creationId xmlns:a16="http://schemas.microsoft.com/office/drawing/2014/main" id="{A11220EC-6796-40DA-1C7A-3E0CB11493AE}"/>
              </a:ext>
            </a:extLst>
          </p:cNvPr>
          <p:cNvSpPr>
            <a:spLocks noGrp="1"/>
          </p:cNvSpPr>
          <p:nvPr>
            <p:ph type="body" sz="quarter" idx="85" hasCustomPrompt="1"/>
          </p:nvPr>
        </p:nvSpPr>
        <p:spPr>
          <a:xfrm>
            <a:off x="7756223"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89" name="Picture Placeholder 13">
            <a:extLst>
              <a:ext uri="{FF2B5EF4-FFF2-40B4-BE49-F238E27FC236}">
                <a16:creationId xmlns:a16="http://schemas.microsoft.com/office/drawing/2014/main" id="{D548279E-421E-5004-5BC9-15F01DDCE62B}"/>
              </a:ext>
            </a:extLst>
          </p:cNvPr>
          <p:cNvSpPr>
            <a:spLocks noGrp="1"/>
          </p:cNvSpPr>
          <p:nvPr>
            <p:ph type="pic" sz="quarter" idx="86"/>
          </p:nvPr>
        </p:nvSpPr>
        <p:spPr>
          <a:xfrm>
            <a:off x="7756223"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
        <p:nvSpPr>
          <p:cNvPr id="91" name="Text Placeholder 7">
            <a:extLst>
              <a:ext uri="{FF2B5EF4-FFF2-40B4-BE49-F238E27FC236}">
                <a16:creationId xmlns:a16="http://schemas.microsoft.com/office/drawing/2014/main" id="{7BC33C96-537B-5FAB-4E7A-19E620DB1ADA}"/>
              </a:ext>
            </a:extLst>
          </p:cNvPr>
          <p:cNvSpPr>
            <a:spLocks noGrp="1"/>
          </p:cNvSpPr>
          <p:nvPr>
            <p:ph type="body" sz="quarter" idx="87" hasCustomPrompt="1"/>
          </p:nvPr>
        </p:nvSpPr>
        <p:spPr>
          <a:xfrm>
            <a:off x="8831533" y="5828251"/>
            <a:ext cx="842975" cy="216662"/>
          </a:xfrm>
        </p:spPr>
        <p:txBody>
          <a:bodyPr/>
          <a:lstStyle>
            <a:lvl1pPr>
              <a:lnSpc>
                <a:spcPct val="102000"/>
              </a:lnSpc>
              <a:defRPr sz="686" b="0">
                <a:solidFill>
                  <a:schemeClr val="tx1"/>
                </a:solidFill>
              </a:defRPr>
            </a:lvl1pPr>
            <a:lvl2pPr>
              <a:lnSpc>
                <a:spcPct val="102000"/>
              </a:lnSpc>
              <a:spcAft>
                <a:spcPts val="701"/>
              </a:spcAft>
              <a:defRPr sz="686">
                <a:solidFill>
                  <a:schemeClr val="tx1"/>
                </a:solidFill>
              </a:defRPr>
            </a:lvl2pPr>
            <a:lvl3pPr>
              <a:lnSpc>
                <a:spcPct val="100000"/>
              </a:lnSpc>
              <a:defRPr sz="622" b="0" spc="-8" baseline="0">
                <a:solidFill>
                  <a:schemeClr val="tx1"/>
                </a:solidFill>
                <a:latin typeface="+mn-lt"/>
              </a:defRPr>
            </a:lvl3pPr>
            <a:lvl4pPr>
              <a:lnSpc>
                <a:spcPct val="100000"/>
              </a:lnSpc>
              <a:defRPr sz="622" u="sng">
                <a:solidFill>
                  <a:schemeClr val="tx1"/>
                </a:solidFill>
                <a:latin typeface="+mj-lt"/>
              </a:defRPr>
            </a:lvl4pPr>
            <a:lvl5pPr>
              <a:lnSpc>
                <a:spcPct val="100000"/>
              </a:lnSpc>
              <a:defRPr sz="622">
                <a:solidFill>
                  <a:schemeClr val="tx1"/>
                </a:solidFill>
              </a:defRPr>
            </a:lvl5pPr>
          </a:lstStyle>
          <a:p>
            <a:pPr lvl="0"/>
            <a:r>
              <a:rPr lang="en-US" dirty="0"/>
              <a:t>Edit text</a:t>
            </a:r>
          </a:p>
          <a:p>
            <a:pPr lvl="1"/>
            <a:r>
              <a:rPr lang="en-US" dirty="0"/>
              <a:t>Second level</a:t>
            </a:r>
          </a:p>
        </p:txBody>
      </p:sp>
      <p:sp>
        <p:nvSpPr>
          <p:cNvPr id="93" name="Picture Placeholder 13">
            <a:extLst>
              <a:ext uri="{FF2B5EF4-FFF2-40B4-BE49-F238E27FC236}">
                <a16:creationId xmlns:a16="http://schemas.microsoft.com/office/drawing/2014/main" id="{BDCDBDB0-9B05-1009-295F-2FAB87883D8A}"/>
              </a:ext>
            </a:extLst>
          </p:cNvPr>
          <p:cNvSpPr>
            <a:spLocks noGrp="1"/>
          </p:cNvSpPr>
          <p:nvPr>
            <p:ph type="pic" sz="quarter" idx="88"/>
          </p:nvPr>
        </p:nvSpPr>
        <p:spPr>
          <a:xfrm>
            <a:off x="8831532" y="5118992"/>
            <a:ext cx="842975" cy="636022"/>
          </a:xfrm>
          <a:solidFill>
            <a:schemeClr val="bg1">
              <a:lumMod val="95000"/>
            </a:schemeClr>
          </a:solidFill>
          <a:ln>
            <a:noFill/>
          </a:ln>
        </p:spPr>
        <p:txBody>
          <a:bodyPr>
            <a:noAutofit/>
          </a:bodyPr>
          <a:lstStyle>
            <a:lvl1pPr>
              <a:defRPr sz="588"/>
            </a:lvl1pPr>
          </a:lstStyle>
          <a:p>
            <a:r>
              <a:rPr lang="en-US"/>
              <a:t>Click icon to add picture</a:t>
            </a:r>
            <a:endParaRPr lang="en-GB" dirty="0"/>
          </a:p>
        </p:txBody>
      </p:sp>
    </p:spTree>
    <p:extLst>
      <p:ext uri="{BB962C8B-B14F-4D97-AF65-F5344CB8AC3E}">
        <p14:creationId xmlns:p14="http://schemas.microsoft.com/office/powerpoint/2010/main" val="1214956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1 col">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endParaRPr lang="en-GB" dirty="0"/>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p:nvPr>
        </p:nvSpPr>
        <p:spPr>
          <a:xfrm>
            <a:off x="233741" y="1591364"/>
            <a:ext cx="6351926" cy="1012072"/>
          </a:xfrm>
        </p:spPr>
        <p:txBody>
          <a:bodyPr/>
          <a:lstStyle>
            <a:lvl1pPr marL="0" indent="0">
              <a:lnSpc>
                <a:spcPct val="100000"/>
              </a:lnSpc>
              <a:spcAft>
                <a:spcPts val="600"/>
              </a:spcAft>
              <a:buFont typeface="Georgia" panose="02040502050405020303" pitchFamily="18" charset="0"/>
              <a:buNone/>
              <a:tabLst/>
              <a:defRPr sz="1100" b="0" i="0" spc="-15" baseline="0">
                <a:latin typeface="Rathbones Sans Light" pitchFamily="2" charset="0"/>
              </a:defRPr>
            </a:lvl1pPr>
            <a:lvl2pPr>
              <a:lnSpc>
                <a:spcPct val="101000"/>
              </a:lnSpc>
              <a:spcAft>
                <a:spcPts val="1324"/>
              </a:spcAft>
              <a:defRPr sz="1100" spc="-15" baseline="0"/>
            </a:lvl2pPr>
            <a:lvl3pPr>
              <a:defRPr sz="900"/>
            </a:lvl3pPr>
            <a:lvl4pPr>
              <a:defRPr sz="9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Placeholder 6">
            <a:extLst>
              <a:ext uri="{FF2B5EF4-FFF2-40B4-BE49-F238E27FC236}">
                <a16:creationId xmlns:a16="http://schemas.microsoft.com/office/drawing/2014/main" id="{6E7794CC-7108-493C-2A00-5BAE5C3C1BBC}"/>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5178FB3C-FEF2-BE24-C5AD-6D8C4818EE93}"/>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chemeClr val="tx1"/>
                </a:solidFill>
                <a:latin typeface="+mn-lt"/>
              </a:defRPr>
            </a:lvl1pPr>
            <a:lvl2pPr>
              <a:lnSpc>
                <a:spcPct val="98000"/>
              </a:lnSpc>
              <a:defRPr sz="800" b="0" spc="-8" baseline="0">
                <a:solidFill>
                  <a:schemeClr val="tx1"/>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12A1E7B6-2B22-28B3-9FC7-AE93823E3FFA}"/>
              </a:ext>
            </a:extLst>
          </p:cNvPr>
          <p:cNvSpPr>
            <a:spLocks noGrp="1"/>
          </p:cNvSpPr>
          <p:nvPr>
            <p:ph type="subTitle" idx="1"/>
          </p:nvPr>
        </p:nvSpPr>
        <p:spPr>
          <a:xfrm>
            <a:off x="229728" y="1205601"/>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2" name="Title 11">
            <a:extLst>
              <a:ext uri="{FF2B5EF4-FFF2-40B4-BE49-F238E27FC236}">
                <a16:creationId xmlns:a16="http://schemas.microsoft.com/office/drawing/2014/main" id="{D1D615B9-11FD-342B-BB0E-5A66BAC42B3E}"/>
              </a:ext>
            </a:extLst>
          </p:cNvPr>
          <p:cNvSpPr>
            <a:spLocks noGrp="1"/>
          </p:cNvSpPr>
          <p:nvPr>
            <p:ph type="title"/>
          </p:nvPr>
        </p:nvSpPr>
        <p:spPr>
          <a:xfrm>
            <a:off x="229728" y="640924"/>
            <a:ext cx="9438026" cy="277290"/>
          </a:xfrm>
        </p:spPr>
        <p:txBody>
          <a:bodyPr/>
          <a:lstStyle/>
          <a:p>
            <a:r>
              <a:rPr lang="en-US"/>
              <a:t>Click to edit Master title style</a:t>
            </a:r>
            <a:endParaRPr lang="en-GB" dirty="0"/>
          </a:p>
        </p:txBody>
      </p:sp>
    </p:spTree>
    <p:extLst>
      <p:ext uri="{BB962C8B-B14F-4D97-AF65-F5344CB8AC3E}">
        <p14:creationId xmlns:p14="http://schemas.microsoft.com/office/powerpoint/2010/main" val="60500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and stat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2" name="Text Placeholder 7">
            <a:extLst>
              <a:ext uri="{FF2B5EF4-FFF2-40B4-BE49-F238E27FC236}">
                <a16:creationId xmlns:a16="http://schemas.microsoft.com/office/drawing/2014/main" id="{5831560E-702A-E269-3796-BF35FCF8DE1C}"/>
              </a:ext>
            </a:extLst>
          </p:cNvPr>
          <p:cNvSpPr>
            <a:spLocks noGrp="1"/>
          </p:cNvSpPr>
          <p:nvPr>
            <p:ph type="body" sz="quarter" idx="19" hasCustomPrompt="1"/>
          </p:nvPr>
        </p:nvSpPr>
        <p:spPr>
          <a:xfrm>
            <a:off x="232188" y="1502259"/>
            <a:ext cx="1378933" cy="1112292"/>
          </a:xfrm>
        </p:spPr>
        <p:txBody>
          <a:bodyPr/>
          <a:lstStyle>
            <a:lvl1pPr>
              <a:lnSpc>
                <a:spcPct val="100000"/>
              </a:lnSpc>
              <a:spcAft>
                <a:spcPts val="701"/>
              </a:spcAft>
              <a:defRPr sz="3200" b="0">
                <a:solidFill>
                  <a:schemeClr val="bg2"/>
                </a:solidFill>
              </a:defRPr>
            </a:lvl1pPr>
            <a:lvl2pPr>
              <a:lnSpc>
                <a:spcPct val="102000"/>
              </a:lnSpc>
              <a:spcAft>
                <a:spcPts val="0"/>
              </a:spcAft>
              <a:defRPr sz="800" b="1" i="0" spc="-12" baseline="0">
                <a:solidFill>
                  <a:schemeClr val="tx1"/>
                </a:solidFill>
                <a:latin typeface="Rathbones Sans" pitchFamily="2" charset="0"/>
              </a:defRPr>
            </a:lvl2pPr>
            <a:lvl3pPr>
              <a:lnSpc>
                <a:spcPct val="102000"/>
              </a:lnSpc>
              <a:defRPr sz="900" b="0">
                <a:solidFill>
                  <a:schemeClr val="tx1"/>
                </a:solidFill>
              </a:defRPr>
            </a:lvl3pPr>
            <a:lvl4pPr>
              <a:lnSpc>
                <a:spcPct val="102000"/>
              </a:lnSpc>
              <a:defRPr sz="900">
                <a:solidFill>
                  <a:schemeClr val="tx1"/>
                </a:solidFill>
              </a:defRPr>
            </a:lvl4pPr>
            <a:lvl5pPr>
              <a:lnSpc>
                <a:spcPct val="102000"/>
              </a:lnSpc>
              <a:defRPr sz="800">
                <a:solidFill>
                  <a:schemeClr val="tx1"/>
                </a:solidFill>
              </a:defRPr>
            </a:lvl5pPr>
          </a:lstStyle>
          <a:p>
            <a:pPr lvl="0"/>
            <a:r>
              <a:rPr lang="en-GB" dirty="0"/>
              <a:t>00%</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Text Placeholder 7">
            <a:extLst>
              <a:ext uri="{FF2B5EF4-FFF2-40B4-BE49-F238E27FC236}">
                <a16:creationId xmlns:a16="http://schemas.microsoft.com/office/drawing/2014/main" id="{A19EAE1E-4713-CE21-1BAB-5B44420001B5}"/>
              </a:ext>
            </a:extLst>
          </p:cNvPr>
          <p:cNvSpPr>
            <a:spLocks noGrp="1"/>
          </p:cNvSpPr>
          <p:nvPr>
            <p:ph type="body" sz="quarter" idx="20"/>
          </p:nvPr>
        </p:nvSpPr>
        <p:spPr>
          <a:xfrm>
            <a:off x="1844861" y="1582738"/>
            <a:ext cx="6284416" cy="936795"/>
          </a:xfrm>
        </p:spPr>
        <p:txBody>
          <a:bodyPr/>
          <a:lstStyle>
            <a:lvl1pPr>
              <a:lnSpc>
                <a:spcPct val="101000"/>
              </a:lnSpc>
              <a:defRPr sz="1100" spc="-15" baseline="0"/>
            </a:lvl1pPr>
            <a:lvl2pPr>
              <a:lnSpc>
                <a:spcPct val="101000"/>
              </a:lnSpc>
              <a:spcAft>
                <a:spcPts val="1324"/>
              </a:spcAft>
              <a:defRPr sz="1100" spc="-15" baseline="0"/>
            </a:lvl2pPr>
            <a:lvl3pPr>
              <a:defRPr sz="900"/>
            </a:lvl3pPr>
            <a:lvl4pPr>
              <a:defRPr sz="9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Placeholder 6">
            <a:extLst>
              <a:ext uri="{FF2B5EF4-FFF2-40B4-BE49-F238E27FC236}">
                <a16:creationId xmlns:a16="http://schemas.microsoft.com/office/drawing/2014/main" id="{5E5937E3-D2BB-7AED-2649-BD0EB5CBD9A5}"/>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8FDDDCC7-9E82-605E-E68C-7146886B3047}"/>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5BF7DFE6-14C4-0103-CCBC-7D8CE47ED67A}"/>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9" name="Text Placeholder 7">
            <a:extLst>
              <a:ext uri="{FF2B5EF4-FFF2-40B4-BE49-F238E27FC236}">
                <a16:creationId xmlns:a16="http://schemas.microsoft.com/office/drawing/2014/main" id="{F4560393-1D41-A7F6-4FBA-1D9374C64A10}"/>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0" name="Title 9">
            <a:extLst>
              <a:ext uri="{FF2B5EF4-FFF2-40B4-BE49-F238E27FC236}">
                <a16:creationId xmlns:a16="http://schemas.microsoft.com/office/drawing/2014/main" id="{BA47A35F-1566-1AAB-39E0-B097C5160943}"/>
              </a:ext>
            </a:extLst>
          </p:cNvPr>
          <p:cNvSpPr>
            <a:spLocks noGrp="1"/>
          </p:cNvSpPr>
          <p:nvPr>
            <p:ph type="title"/>
          </p:nvPr>
        </p:nvSpPr>
        <p:spPr>
          <a:xfrm>
            <a:off x="229728" y="640924"/>
            <a:ext cx="6215517" cy="277290"/>
          </a:xfrm>
        </p:spPr>
        <p:txBody>
          <a:bodyPr/>
          <a:lstStyle/>
          <a:p>
            <a:r>
              <a:rPr lang="en-US"/>
              <a:t>Click to edit Master title style</a:t>
            </a:r>
            <a:endParaRPr lang="en-GB" dirty="0"/>
          </a:p>
        </p:txBody>
      </p:sp>
    </p:spTree>
    <p:extLst>
      <p:ext uri="{BB962C8B-B14F-4D97-AF65-F5344CB8AC3E}">
        <p14:creationId xmlns:p14="http://schemas.microsoft.com/office/powerpoint/2010/main" val="37804239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2 col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endParaRPr lang="en-GB" dirty="0"/>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8" name="Text Placeholder 7">
            <a:extLst>
              <a:ext uri="{FF2B5EF4-FFF2-40B4-BE49-F238E27FC236}">
                <a16:creationId xmlns:a16="http://schemas.microsoft.com/office/drawing/2014/main" id="{0D2027CC-F729-A7CE-9FB1-B8DBA119B7A5}"/>
              </a:ext>
            </a:extLst>
          </p:cNvPr>
          <p:cNvSpPr>
            <a:spLocks noGrp="1"/>
          </p:cNvSpPr>
          <p:nvPr>
            <p:ph type="body" sz="quarter" idx="20"/>
          </p:nvPr>
        </p:nvSpPr>
        <p:spPr>
          <a:xfrm>
            <a:off x="233742" y="1582738"/>
            <a:ext cx="3841492" cy="875753"/>
          </a:xfrm>
        </p:spPr>
        <p:txBody>
          <a:bodyPr/>
          <a:lstStyle>
            <a:lvl1pPr>
              <a:lnSpc>
                <a:spcPct val="106000"/>
              </a:lnSpc>
              <a:defRPr sz="900" spc="-12" baseline="0"/>
            </a:lvl1pPr>
            <a:lvl2pPr>
              <a:lnSpc>
                <a:spcPct val="106000"/>
              </a:lnSpc>
              <a:spcAft>
                <a:spcPts val="1168"/>
              </a:spcAft>
              <a:defRPr sz="900" spc="-12" baseline="0"/>
            </a:lvl2pPr>
            <a:lvl3pPr>
              <a:defRPr sz="900"/>
            </a:lvl3pPr>
            <a:lvl4pPr>
              <a:defRPr sz="9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7">
            <a:extLst>
              <a:ext uri="{FF2B5EF4-FFF2-40B4-BE49-F238E27FC236}">
                <a16:creationId xmlns:a16="http://schemas.microsoft.com/office/drawing/2014/main" id="{B5D0EA14-436F-F2B7-EA07-204E6D435DB5}"/>
              </a:ext>
            </a:extLst>
          </p:cNvPr>
          <p:cNvSpPr>
            <a:spLocks noGrp="1"/>
          </p:cNvSpPr>
          <p:nvPr>
            <p:ph type="body" sz="quarter" idx="22"/>
          </p:nvPr>
        </p:nvSpPr>
        <p:spPr>
          <a:xfrm>
            <a:off x="5068695" y="1582739"/>
            <a:ext cx="3841492" cy="875753"/>
          </a:xfrm>
        </p:spPr>
        <p:txBody>
          <a:bodyPr/>
          <a:lstStyle>
            <a:lvl1pPr>
              <a:lnSpc>
                <a:spcPct val="106000"/>
              </a:lnSpc>
              <a:defRPr sz="900" spc="-12" baseline="0"/>
            </a:lvl1pPr>
            <a:lvl2pPr>
              <a:lnSpc>
                <a:spcPct val="106000"/>
              </a:lnSpc>
              <a:spcAft>
                <a:spcPts val="1168"/>
              </a:spcAft>
              <a:defRPr sz="900" spc="-12" baseline="0"/>
            </a:lvl2pPr>
            <a:lvl3pPr>
              <a:defRPr sz="900"/>
            </a:lvl3pPr>
            <a:lvl4pPr>
              <a:defRPr sz="9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Placeholder 6">
            <a:extLst>
              <a:ext uri="{FF2B5EF4-FFF2-40B4-BE49-F238E27FC236}">
                <a16:creationId xmlns:a16="http://schemas.microsoft.com/office/drawing/2014/main" id="{7D58BE23-C12C-7ED2-8B5A-AD4F3E001EFE}"/>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6EA65C3B-3C60-654C-4032-05238B0FE797}"/>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A6200A49-DF22-8EE8-BFD7-D585B2FC52A0}"/>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9" name="Text Placeholder 7">
            <a:extLst>
              <a:ext uri="{FF2B5EF4-FFF2-40B4-BE49-F238E27FC236}">
                <a16:creationId xmlns:a16="http://schemas.microsoft.com/office/drawing/2014/main" id="{B6953E2E-A713-65FF-4B5E-85493CC69618}"/>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0" name="Title 9">
            <a:extLst>
              <a:ext uri="{FF2B5EF4-FFF2-40B4-BE49-F238E27FC236}">
                <a16:creationId xmlns:a16="http://schemas.microsoft.com/office/drawing/2014/main" id="{AFFFC19F-EA74-9EAB-CEB7-0C8D1676FC02}"/>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36242145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3 col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8" name="Text Placeholder 7">
            <a:extLst>
              <a:ext uri="{FF2B5EF4-FFF2-40B4-BE49-F238E27FC236}">
                <a16:creationId xmlns:a16="http://schemas.microsoft.com/office/drawing/2014/main" id="{357C465A-EAB6-3704-8426-B74F84FB6C6D}"/>
              </a:ext>
            </a:extLst>
          </p:cNvPr>
          <p:cNvSpPr>
            <a:spLocks noGrp="1"/>
          </p:cNvSpPr>
          <p:nvPr>
            <p:ph type="body" sz="quarter" idx="21"/>
          </p:nvPr>
        </p:nvSpPr>
        <p:spPr>
          <a:xfrm>
            <a:off x="233743" y="1586340"/>
            <a:ext cx="300595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7">
            <a:extLst>
              <a:ext uri="{FF2B5EF4-FFF2-40B4-BE49-F238E27FC236}">
                <a16:creationId xmlns:a16="http://schemas.microsoft.com/office/drawing/2014/main" id="{0E69B04A-DE60-959B-0A9A-95F6B97372D5}"/>
              </a:ext>
            </a:extLst>
          </p:cNvPr>
          <p:cNvSpPr>
            <a:spLocks noGrp="1"/>
          </p:cNvSpPr>
          <p:nvPr>
            <p:ph type="body" sz="quarter" idx="22"/>
          </p:nvPr>
        </p:nvSpPr>
        <p:spPr>
          <a:xfrm>
            <a:off x="3457045" y="1586340"/>
            <a:ext cx="300595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7">
            <a:extLst>
              <a:ext uri="{FF2B5EF4-FFF2-40B4-BE49-F238E27FC236}">
                <a16:creationId xmlns:a16="http://schemas.microsoft.com/office/drawing/2014/main" id="{570FEAEE-D745-10A4-CC66-FB07A883E523}"/>
              </a:ext>
            </a:extLst>
          </p:cNvPr>
          <p:cNvSpPr>
            <a:spLocks noGrp="1"/>
          </p:cNvSpPr>
          <p:nvPr>
            <p:ph type="body" sz="quarter" idx="23"/>
          </p:nvPr>
        </p:nvSpPr>
        <p:spPr>
          <a:xfrm>
            <a:off x="6685810" y="1586340"/>
            <a:ext cx="300595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Placeholder 6">
            <a:extLst>
              <a:ext uri="{FF2B5EF4-FFF2-40B4-BE49-F238E27FC236}">
                <a16:creationId xmlns:a16="http://schemas.microsoft.com/office/drawing/2014/main" id="{044AFE8F-9340-D3DE-2547-6208B10DF7DF}"/>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8AC5E0EA-A4F3-9920-E1AE-A2D47C33853E}"/>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8AC8412E-A778-7780-3822-600275B5ABAF}"/>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9" name="Text Placeholder 7">
            <a:extLst>
              <a:ext uri="{FF2B5EF4-FFF2-40B4-BE49-F238E27FC236}">
                <a16:creationId xmlns:a16="http://schemas.microsoft.com/office/drawing/2014/main" id="{276A58FD-2B4D-F96C-17BD-E51B09157FE6}"/>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0" name="Title 9">
            <a:extLst>
              <a:ext uri="{FF2B5EF4-FFF2-40B4-BE49-F238E27FC236}">
                <a16:creationId xmlns:a16="http://schemas.microsoft.com/office/drawing/2014/main" id="{38EB4508-FE55-72B8-1AF7-83DFC168E2E9}"/>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2387146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highlighted content and 2 col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Text Placeholder 7">
            <a:extLst>
              <a:ext uri="{FF2B5EF4-FFF2-40B4-BE49-F238E27FC236}">
                <a16:creationId xmlns:a16="http://schemas.microsoft.com/office/drawing/2014/main" id="{705A57A8-9C75-635B-54CE-832A39FE4B0B}"/>
              </a:ext>
            </a:extLst>
          </p:cNvPr>
          <p:cNvSpPr>
            <a:spLocks noGrp="1"/>
          </p:cNvSpPr>
          <p:nvPr>
            <p:ph type="body" sz="quarter" idx="13"/>
          </p:nvPr>
        </p:nvSpPr>
        <p:spPr>
          <a:xfrm>
            <a:off x="233743" y="1582421"/>
            <a:ext cx="4476733" cy="1763786"/>
          </a:xfrm>
          <a:solidFill>
            <a:schemeClr val="bg2">
              <a:alpha val="10000"/>
            </a:schemeClr>
          </a:solidFill>
        </p:spPr>
        <p:txBody>
          <a:bodyPr lIns="576000" tIns="468000" rIns="576000">
            <a:noAutofit/>
          </a:bodyPr>
          <a:lstStyle>
            <a:lvl1pPr>
              <a:lnSpc>
                <a:spcPct val="106000"/>
              </a:lnSpc>
              <a:defRPr sz="90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7">
            <a:extLst>
              <a:ext uri="{FF2B5EF4-FFF2-40B4-BE49-F238E27FC236}">
                <a16:creationId xmlns:a16="http://schemas.microsoft.com/office/drawing/2014/main" id="{E4DF9D18-2A1A-0EC8-2B52-F943937438C3}"/>
              </a:ext>
            </a:extLst>
          </p:cNvPr>
          <p:cNvSpPr>
            <a:spLocks noGrp="1"/>
          </p:cNvSpPr>
          <p:nvPr>
            <p:ph type="body" sz="quarter" idx="21"/>
          </p:nvPr>
        </p:nvSpPr>
        <p:spPr>
          <a:xfrm>
            <a:off x="5195526" y="1586340"/>
            <a:ext cx="3733414"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Placeholder 6">
            <a:extLst>
              <a:ext uri="{FF2B5EF4-FFF2-40B4-BE49-F238E27FC236}">
                <a16:creationId xmlns:a16="http://schemas.microsoft.com/office/drawing/2014/main" id="{87BF332B-F9C3-8695-EF70-E754FA628AA8}"/>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CB0A18E2-70A6-C81A-603D-F77C027BBDE1}"/>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83308E62-65F3-1FD5-F4FB-70A408FC61A1}"/>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D8EC6313-B04D-2BA0-E5A5-00E33237B149}"/>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2" name="Title 11">
            <a:extLst>
              <a:ext uri="{FF2B5EF4-FFF2-40B4-BE49-F238E27FC236}">
                <a16:creationId xmlns:a16="http://schemas.microsoft.com/office/drawing/2014/main" id="{0C3E81A7-4FBA-7E28-05C9-6894E20C6BE8}"/>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26254207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highlighted content and 2 col text -2">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endParaRPr lang="en-GB" dirty="0"/>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5" name="Text Placeholder 7">
            <a:extLst>
              <a:ext uri="{FF2B5EF4-FFF2-40B4-BE49-F238E27FC236}">
                <a16:creationId xmlns:a16="http://schemas.microsoft.com/office/drawing/2014/main" id="{4B3F3CBA-E3FC-44A3-28F9-9E06D6FDAFAF}"/>
              </a:ext>
            </a:extLst>
          </p:cNvPr>
          <p:cNvSpPr>
            <a:spLocks noGrp="1"/>
          </p:cNvSpPr>
          <p:nvPr>
            <p:ph type="body" sz="quarter" idx="20"/>
          </p:nvPr>
        </p:nvSpPr>
        <p:spPr>
          <a:xfrm>
            <a:off x="5196436" y="1582423"/>
            <a:ext cx="4476733" cy="1725200"/>
          </a:xfrm>
          <a:solidFill>
            <a:schemeClr val="bg2">
              <a:alpha val="10000"/>
            </a:schemeClr>
          </a:solidFill>
        </p:spPr>
        <p:txBody>
          <a:bodyPr lIns="576000" tIns="468000" rIns="576000">
            <a:noAutofit/>
          </a:bodyPr>
          <a:lstStyle>
            <a:lvl1pPr>
              <a:lnSpc>
                <a:spcPct val="106000"/>
              </a:lnSpc>
              <a:defRPr sz="881"/>
            </a:lvl1pPr>
            <a:lvl2pPr>
              <a:lnSpc>
                <a:spcPct val="106000"/>
              </a:lnSpc>
              <a:spcAft>
                <a:spcPts val="1168"/>
              </a:spcAft>
              <a:defRPr sz="881" spc="-12" baseline="0"/>
            </a:lvl2pPr>
            <a:lvl3pPr>
              <a:defRPr sz="783"/>
            </a:lvl3pPr>
            <a:lvl4pPr>
              <a:defRPr sz="783"/>
            </a:lvl4pPr>
            <a:lvl5pPr>
              <a:defRPr sz="68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7">
            <a:extLst>
              <a:ext uri="{FF2B5EF4-FFF2-40B4-BE49-F238E27FC236}">
                <a16:creationId xmlns:a16="http://schemas.microsoft.com/office/drawing/2014/main" id="{C00C153A-F9DE-9BA1-6DBE-0F60DBC71A9E}"/>
              </a:ext>
            </a:extLst>
          </p:cNvPr>
          <p:cNvSpPr>
            <a:spLocks noGrp="1"/>
          </p:cNvSpPr>
          <p:nvPr>
            <p:ph type="body" sz="quarter" idx="21"/>
          </p:nvPr>
        </p:nvSpPr>
        <p:spPr>
          <a:xfrm>
            <a:off x="232186" y="1586340"/>
            <a:ext cx="3919480" cy="826380"/>
          </a:xfrm>
        </p:spPr>
        <p:txBody>
          <a:bodyPr/>
          <a:lstStyle>
            <a:lvl1pPr>
              <a:lnSpc>
                <a:spcPct val="106000"/>
              </a:lnSpc>
              <a:defRPr sz="881" spc="-12" baseline="0"/>
            </a:lvl1pPr>
            <a:lvl2pPr>
              <a:lnSpc>
                <a:spcPct val="106000"/>
              </a:lnSpc>
              <a:spcAft>
                <a:spcPts val="1168"/>
              </a:spcAft>
              <a:defRPr sz="881" spc="-12" baseline="0"/>
            </a:lvl2pPr>
            <a:lvl3pPr>
              <a:defRPr sz="783"/>
            </a:lvl3pPr>
            <a:lvl4pPr>
              <a:defRPr sz="783"/>
            </a:lvl4pPr>
            <a:lvl5pPr>
              <a:defRPr sz="68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Picture Placeholder 6">
            <a:extLst>
              <a:ext uri="{FF2B5EF4-FFF2-40B4-BE49-F238E27FC236}">
                <a16:creationId xmlns:a16="http://schemas.microsoft.com/office/drawing/2014/main" id="{3AB925D7-B1A7-8A9E-4322-B6B4E08003CE}"/>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9C72B334-F506-A764-5BCC-6CDBB2EDCCE2}"/>
              </a:ext>
            </a:extLst>
          </p:cNvPr>
          <p:cNvSpPr>
            <a:spLocks noGrp="1"/>
          </p:cNvSpPr>
          <p:nvPr>
            <p:ph type="body" sz="quarter" idx="17"/>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8" name="Subtitle 2">
            <a:extLst>
              <a:ext uri="{FF2B5EF4-FFF2-40B4-BE49-F238E27FC236}">
                <a16:creationId xmlns:a16="http://schemas.microsoft.com/office/drawing/2014/main" id="{7AE189D2-5612-C363-BB7C-8912D303E225}"/>
              </a:ext>
            </a:extLst>
          </p:cNvPr>
          <p:cNvSpPr>
            <a:spLocks noGrp="1"/>
          </p:cNvSpPr>
          <p:nvPr>
            <p:ph type="subTitle" idx="1"/>
          </p:nvPr>
        </p:nvSpPr>
        <p:spPr>
          <a:xfrm>
            <a:off x="232188" y="1206739"/>
            <a:ext cx="6215517" cy="213456"/>
          </a:xfrm>
        </p:spPr>
        <p:txBody>
          <a:bodyPr/>
          <a:lstStyle>
            <a:lvl1pPr marL="0" indent="0" algn="l">
              <a:lnSpc>
                <a:spcPct val="102000"/>
              </a:lnSpc>
              <a:buNone/>
              <a:defRPr sz="1371"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9" name="Text Placeholder 7">
            <a:extLst>
              <a:ext uri="{FF2B5EF4-FFF2-40B4-BE49-F238E27FC236}">
                <a16:creationId xmlns:a16="http://schemas.microsoft.com/office/drawing/2014/main" id="{19A5CE49-1BD1-09A6-547E-1B3827C37E3D}"/>
              </a:ext>
            </a:extLst>
          </p:cNvPr>
          <p:cNvSpPr>
            <a:spLocks noGrp="1"/>
          </p:cNvSpPr>
          <p:nvPr>
            <p:ph type="body" sz="quarter" idx="18"/>
          </p:nvPr>
        </p:nvSpPr>
        <p:spPr>
          <a:xfrm>
            <a:off x="233743" y="483381"/>
            <a:ext cx="6213962" cy="135743"/>
          </a:xfrm>
        </p:spPr>
        <p:txBody>
          <a:bodyPr>
            <a:spAutoFit/>
          </a:bodyPr>
          <a:lstStyle>
            <a:lvl1pPr>
              <a:lnSpc>
                <a:spcPct val="98000"/>
              </a:lnSpc>
              <a:defRPr sz="881" b="0" i="0" cap="all" baseline="0">
                <a:solidFill>
                  <a:schemeClr val="bg2"/>
                </a:solidFill>
                <a:latin typeface="Rathbones Sans" pitchFamily="2" charset="0"/>
              </a:defRPr>
            </a:lvl1pPr>
          </a:lstStyle>
          <a:p>
            <a:pPr lvl="0"/>
            <a:r>
              <a:rPr lang="en-US"/>
              <a:t>Click to edit Master text styles</a:t>
            </a:r>
          </a:p>
        </p:txBody>
      </p:sp>
      <p:sp>
        <p:nvSpPr>
          <p:cNvPr id="10" name="Title 9">
            <a:extLst>
              <a:ext uri="{FF2B5EF4-FFF2-40B4-BE49-F238E27FC236}">
                <a16:creationId xmlns:a16="http://schemas.microsoft.com/office/drawing/2014/main" id="{3C12857A-7688-8675-5289-30AA15EFE519}"/>
              </a:ext>
            </a:extLst>
          </p:cNvPr>
          <p:cNvSpPr>
            <a:spLocks noGrp="1"/>
          </p:cNvSpPr>
          <p:nvPr>
            <p:ph type="title"/>
          </p:nvPr>
        </p:nvSpPr>
        <p:spPr>
          <a:xfrm>
            <a:off x="229728" y="640924"/>
            <a:ext cx="6215517" cy="277290"/>
          </a:xfrm>
        </p:spPr>
        <p:txBody>
          <a:bodyPr/>
          <a:lstStyle/>
          <a:p>
            <a:r>
              <a:rPr lang="en-US"/>
              <a:t>Click to edit Master title style</a:t>
            </a:r>
            <a:endParaRPr lang="en-GB" dirty="0"/>
          </a:p>
        </p:txBody>
      </p:sp>
    </p:spTree>
    <p:extLst>
      <p:ext uri="{BB962C8B-B14F-4D97-AF65-F5344CB8AC3E}">
        <p14:creationId xmlns:p14="http://schemas.microsoft.com/office/powerpoint/2010/main" val="6022455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13" name="Picture Placeholder 17">
            <a:extLst>
              <a:ext uri="{FF2B5EF4-FFF2-40B4-BE49-F238E27FC236}">
                <a16:creationId xmlns:a16="http://schemas.microsoft.com/office/drawing/2014/main" id="{FE2BE5BF-BF7B-4D0B-D8B8-224B9951FA45}"/>
              </a:ext>
            </a:extLst>
          </p:cNvPr>
          <p:cNvSpPr>
            <a:spLocks noGrp="1"/>
          </p:cNvSpPr>
          <p:nvPr>
            <p:ph type="pic" sz="quarter" idx="17"/>
          </p:nvPr>
        </p:nvSpPr>
        <p:spPr>
          <a:xfrm>
            <a:off x="4953001" y="2"/>
            <a:ext cx="4953000" cy="6857777"/>
          </a:xfrm>
        </p:spPr>
        <p:txBody>
          <a:bodyPr>
            <a:noAutofit/>
          </a:bodyPr>
          <a:lstStyle/>
          <a:p>
            <a:r>
              <a:rPr lang="en-US"/>
              <a:t>Click icon to add picture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18" name="Text Placeholder 7">
            <a:extLst>
              <a:ext uri="{FF2B5EF4-FFF2-40B4-BE49-F238E27FC236}">
                <a16:creationId xmlns:a16="http://schemas.microsoft.com/office/drawing/2014/main" id="{2E65A19E-D68D-FFDD-DA1C-134BC2491916}"/>
              </a:ext>
            </a:extLst>
          </p:cNvPr>
          <p:cNvSpPr>
            <a:spLocks noGrp="1"/>
          </p:cNvSpPr>
          <p:nvPr>
            <p:ph type="body" sz="quarter" idx="21"/>
          </p:nvPr>
        </p:nvSpPr>
        <p:spPr>
          <a:xfrm>
            <a:off x="232186" y="1577714"/>
            <a:ext cx="391948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0">
            <a:extLst>
              <a:ext uri="{FF2B5EF4-FFF2-40B4-BE49-F238E27FC236}">
                <a16:creationId xmlns:a16="http://schemas.microsoft.com/office/drawing/2014/main" id="{57F23408-AD89-2C66-9613-AECA4CE6E0CA}"/>
              </a:ext>
            </a:extLst>
          </p:cNvPr>
          <p:cNvSpPr>
            <a:spLocks noGrp="1"/>
          </p:cNvSpPr>
          <p:nvPr>
            <p:ph type="pic" sz="quarter" idx="14"/>
          </p:nvPr>
        </p:nvSpPr>
        <p:spPr>
          <a:xfrm>
            <a:off x="8295841" y="6479905"/>
            <a:ext cx="1379227" cy="148864"/>
          </a:xfrm>
        </p:spPr>
        <p:txBody>
          <a:bodyPr>
            <a:noAutofit/>
          </a:bodyPr>
          <a:lstStyle>
            <a:lvl1pPr>
              <a:defRPr sz="778">
                <a:solidFill>
                  <a:schemeClr val="bg1"/>
                </a:solidFill>
              </a:defRPr>
            </a:lvl1pPr>
          </a:lstStyle>
          <a:p>
            <a:r>
              <a:rPr lang="en-US"/>
              <a:t>Click icon to add picture</a:t>
            </a:r>
            <a:endParaRPr lang="en-GB" dirty="0"/>
          </a:p>
        </p:txBody>
      </p:sp>
      <p:sp>
        <p:nvSpPr>
          <p:cNvPr id="4" name="Text Placeholder 7">
            <a:extLst>
              <a:ext uri="{FF2B5EF4-FFF2-40B4-BE49-F238E27FC236}">
                <a16:creationId xmlns:a16="http://schemas.microsoft.com/office/drawing/2014/main" id="{1ED63F8A-68DB-35F2-421B-1C401A9FC5D8}"/>
              </a:ext>
            </a:extLst>
          </p:cNvPr>
          <p:cNvSpPr>
            <a:spLocks noGrp="1"/>
          </p:cNvSpPr>
          <p:nvPr>
            <p:ph type="body" sz="quarter" idx="16"/>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506C7DBA-E605-17DE-DF8C-5F29D434EDFD}"/>
              </a:ext>
            </a:extLst>
          </p:cNvPr>
          <p:cNvSpPr>
            <a:spLocks noGrp="1"/>
          </p:cNvSpPr>
          <p:nvPr>
            <p:ph type="ftr" sz="quarter" idx="11"/>
          </p:nvPr>
        </p:nvSpPr>
        <p:spPr>
          <a:xfrm>
            <a:off x="232188" y="200885"/>
            <a:ext cx="4602842"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9" name="Subtitle 2">
            <a:extLst>
              <a:ext uri="{FF2B5EF4-FFF2-40B4-BE49-F238E27FC236}">
                <a16:creationId xmlns:a16="http://schemas.microsoft.com/office/drawing/2014/main" id="{801EDD40-0044-DA45-4615-59BF6A1DD4A4}"/>
              </a:ext>
            </a:extLst>
          </p:cNvPr>
          <p:cNvSpPr>
            <a:spLocks noGrp="1"/>
          </p:cNvSpPr>
          <p:nvPr>
            <p:ph type="subTitle" idx="1"/>
          </p:nvPr>
        </p:nvSpPr>
        <p:spPr>
          <a:xfrm>
            <a:off x="232188" y="1206739"/>
            <a:ext cx="460439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BC415C23-EF05-9353-23ED-7B946D0A1D6B}"/>
              </a:ext>
            </a:extLst>
          </p:cNvPr>
          <p:cNvSpPr>
            <a:spLocks noGrp="1"/>
          </p:cNvSpPr>
          <p:nvPr>
            <p:ph type="body" sz="quarter" idx="18"/>
          </p:nvPr>
        </p:nvSpPr>
        <p:spPr>
          <a:xfrm>
            <a:off x="233743" y="483381"/>
            <a:ext cx="4601691" cy="135743"/>
          </a:xfrm>
        </p:spPr>
        <p:txBody>
          <a:bodyPr wrap="square">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2" name="Title 11">
            <a:extLst>
              <a:ext uri="{FF2B5EF4-FFF2-40B4-BE49-F238E27FC236}">
                <a16:creationId xmlns:a16="http://schemas.microsoft.com/office/drawing/2014/main" id="{9FF6080C-D0F8-A134-FDAB-21305FC61144}"/>
              </a:ext>
            </a:extLst>
          </p:cNvPr>
          <p:cNvSpPr>
            <a:spLocks noGrp="1"/>
          </p:cNvSpPr>
          <p:nvPr>
            <p:ph type="title"/>
          </p:nvPr>
        </p:nvSpPr>
        <p:spPr>
          <a:xfrm>
            <a:off x="229727" y="640923"/>
            <a:ext cx="4602842" cy="554579"/>
          </a:xfrm>
        </p:spPr>
        <p:txBody>
          <a:bodyPr/>
          <a:lstStyle/>
          <a:p>
            <a:r>
              <a:rPr lang="en-US"/>
              <a:t>Click to edit Master title style</a:t>
            </a:r>
            <a:endParaRPr lang="en-GB" dirty="0"/>
          </a:p>
        </p:txBody>
      </p:sp>
    </p:spTree>
    <p:extLst>
      <p:ext uri="{BB962C8B-B14F-4D97-AF65-F5344CB8AC3E}">
        <p14:creationId xmlns:p14="http://schemas.microsoft.com/office/powerpoint/2010/main" val="1815366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content and image">
    <p:bg>
      <p:bgPr>
        <a:solidFill>
          <a:schemeClr val="bg2"/>
        </a:solidFill>
        <a:effectLst/>
      </p:bgPr>
    </p:bg>
    <p:spTree>
      <p:nvGrpSpPr>
        <p:cNvPr id="1" name=""/>
        <p:cNvGrpSpPr/>
        <p:nvPr/>
      </p:nvGrpSpPr>
      <p:grpSpPr>
        <a:xfrm>
          <a:off x="0" y="0"/>
          <a:ext cx="0" cy="0"/>
          <a:chOff x="0" y="0"/>
          <a:chExt cx="0" cy="0"/>
        </a:xfrm>
      </p:grpSpPr>
      <p:sp>
        <p:nvSpPr>
          <p:cNvPr id="13" name="Picture Placeholder 17">
            <a:extLst>
              <a:ext uri="{FF2B5EF4-FFF2-40B4-BE49-F238E27FC236}">
                <a16:creationId xmlns:a16="http://schemas.microsoft.com/office/drawing/2014/main" id="{FE2BE5BF-BF7B-4D0B-D8B8-224B9951FA45}"/>
              </a:ext>
            </a:extLst>
          </p:cNvPr>
          <p:cNvSpPr>
            <a:spLocks noGrp="1"/>
          </p:cNvSpPr>
          <p:nvPr>
            <p:ph type="pic" sz="quarter" idx="17"/>
          </p:nvPr>
        </p:nvSpPr>
        <p:spPr>
          <a:xfrm>
            <a:off x="4953001" y="2"/>
            <a:ext cx="4953000" cy="6857777"/>
          </a:xfrm>
        </p:spPr>
        <p:txBody>
          <a:bodyPr>
            <a:noAutofit/>
          </a:bodyPr>
          <a:lstStyle>
            <a:lvl1pPr>
              <a:defRPr>
                <a:solidFill>
                  <a:schemeClr val="bg1"/>
                </a:solidFill>
              </a:defRPr>
            </a:lvl1pPr>
          </a:lstStyle>
          <a:p>
            <a:r>
              <a:rPr lang="en-US"/>
              <a:t>Click icon to add picture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18" name="Text Placeholder 7">
            <a:extLst>
              <a:ext uri="{FF2B5EF4-FFF2-40B4-BE49-F238E27FC236}">
                <a16:creationId xmlns:a16="http://schemas.microsoft.com/office/drawing/2014/main" id="{2E65A19E-D68D-FFDD-DA1C-134BC2491916}"/>
              </a:ext>
            </a:extLst>
          </p:cNvPr>
          <p:cNvSpPr>
            <a:spLocks noGrp="1"/>
          </p:cNvSpPr>
          <p:nvPr>
            <p:ph type="body" sz="quarter" idx="21"/>
          </p:nvPr>
        </p:nvSpPr>
        <p:spPr>
          <a:xfrm>
            <a:off x="232186" y="1551837"/>
            <a:ext cx="3919480" cy="778784"/>
          </a:xfrm>
        </p:spPr>
        <p:txBody>
          <a:bodyPr/>
          <a:lstStyle>
            <a:lvl1pPr>
              <a:lnSpc>
                <a:spcPct val="106000"/>
              </a:lnSpc>
              <a:defRPr sz="856" spc="-12" baseline="0">
                <a:solidFill>
                  <a:schemeClr val="bg1"/>
                </a:solidFill>
              </a:defRPr>
            </a:lvl1pPr>
            <a:lvl2pPr>
              <a:lnSpc>
                <a:spcPct val="106000"/>
              </a:lnSpc>
              <a:spcAft>
                <a:spcPts val="1168"/>
              </a:spcAft>
              <a:defRPr sz="856" spc="-12" baseline="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Picture Placeholder 10">
            <a:extLst>
              <a:ext uri="{FF2B5EF4-FFF2-40B4-BE49-F238E27FC236}">
                <a16:creationId xmlns:a16="http://schemas.microsoft.com/office/drawing/2014/main" id="{B946182C-8732-96F2-DE8C-96AC08B64D86}"/>
              </a:ext>
            </a:extLst>
          </p:cNvPr>
          <p:cNvSpPr>
            <a:spLocks noGrp="1"/>
          </p:cNvSpPr>
          <p:nvPr>
            <p:ph type="pic" sz="quarter" idx="14"/>
          </p:nvPr>
        </p:nvSpPr>
        <p:spPr>
          <a:xfrm>
            <a:off x="8295841" y="6479905"/>
            <a:ext cx="1379227" cy="148864"/>
          </a:xfrm>
        </p:spPr>
        <p:txBody>
          <a:bodyPr>
            <a:noAutofit/>
          </a:bodyPr>
          <a:lstStyle>
            <a:lvl1pPr>
              <a:defRPr sz="778">
                <a:solidFill>
                  <a:schemeClr val="bg1"/>
                </a:solidFill>
              </a:defRPr>
            </a:lvl1pPr>
          </a:lstStyle>
          <a:p>
            <a:r>
              <a:rPr lang="en-US"/>
              <a:t>Click icon to add picture</a:t>
            </a:r>
            <a:endParaRPr lang="en-GB" dirty="0"/>
          </a:p>
        </p:txBody>
      </p:sp>
      <p:sp>
        <p:nvSpPr>
          <p:cNvPr id="4" name="Text Placeholder 7">
            <a:extLst>
              <a:ext uri="{FF2B5EF4-FFF2-40B4-BE49-F238E27FC236}">
                <a16:creationId xmlns:a16="http://schemas.microsoft.com/office/drawing/2014/main" id="{96B290A6-60DF-FC49-F9E5-3132871BB794}"/>
              </a:ext>
            </a:extLst>
          </p:cNvPr>
          <p:cNvSpPr>
            <a:spLocks noGrp="1"/>
          </p:cNvSpPr>
          <p:nvPr>
            <p:ph type="body" sz="quarter" idx="16"/>
          </p:nvPr>
        </p:nvSpPr>
        <p:spPr>
          <a:xfrm>
            <a:off x="233743" y="6432566"/>
            <a:ext cx="4602843" cy="211083"/>
          </a:xfrm>
        </p:spPr>
        <p:txBody>
          <a:bodyPr anchor="b"/>
          <a:lstStyle>
            <a:lvl1pPr>
              <a:lnSpc>
                <a:spcPct val="98000"/>
              </a:lnSpc>
              <a:defRPr sz="686" b="0" spc="-8" baseline="0">
                <a:solidFill>
                  <a:schemeClr val="bg1"/>
                </a:solidFill>
                <a:latin typeface="+mn-lt"/>
              </a:defRPr>
            </a:lvl1pPr>
            <a:lvl2pPr>
              <a:lnSpc>
                <a:spcPct val="98000"/>
              </a:lnSpc>
              <a:defRPr sz="686" b="0" spc="-8" baseline="0">
                <a:solidFill>
                  <a:schemeClr val="bg1"/>
                </a:solidFill>
                <a:latin typeface="+mn-lt"/>
              </a:defRPr>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20F12E12-4B92-B6B4-FB72-29BC0172C0E7}"/>
              </a:ext>
            </a:extLst>
          </p:cNvPr>
          <p:cNvSpPr>
            <a:spLocks noGrp="1"/>
          </p:cNvSpPr>
          <p:nvPr>
            <p:ph type="ftr" sz="quarter" idx="11"/>
          </p:nvPr>
        </p:nvSpPr>
        <p:spPr>
          <a:xfrm>
            <a:off x="232188" y="200885"/>
            <a:ext cx="4602842" cy="119927"/>
          </a:xfrm>
        </p:spPr>
        <p:txBody>
          <a:bodyPr wrap="square">
            <a:spAutoFit/>
          </a:bodyPr>
          <a:lstStyle>
            <a:lvl1pPr>
              <a:defRPr>
                <a:solidFill>
                  <a:schemeClr val="bg1"/>
                </a:solidFill>
              </a:defRPr>
            </a:lvl1pPr>
          </a:lstStyle>
          <a:p>
            <a:r>
              <a:rPr lang="en-GB"/>
              <a:t>Rathbones Asset Management | Rathbone UK Opportunities Fund</a:t>
            </a:r>
            <a:endParaRPr lang="en-GB" dirty="0"/>
          </a:p>
        </p:txBody>
      </p:sp>
      <p:sp>
        <p:nvSpPr>
          <p:cNvPr id="9" name="Subtitle 2">
            <a:extLst>
              <a:ext uri="{FF2B5EF4-FFF2-40B4-BE49-F238E27FC236}">
                <a16:creationId xmlns:a16="http://schemas.microsoft.com/office/drawing/2014/main" id="{D5870CA5-40C5-ACE4-503F-52D507A8C4D7}"/>
              </a:ext>
            </a:extLst>
          </p:cNvPr>
          <p:cNvSpPr>
            <a:spLocks noGrp="1"/>
          </p:cNvSpPr>
          <p:nvPr>
            <p:ph type="subTitle" idx="1"/>
          </p:nvPr>
        </p:nvSpPr>
        <p:spPr>
          <a:xfrm>
            <a:off x="232189" y="1189487"/>
            <a:ext cx="4542265" cy="206124"/>
          </a:xfrm>
        </p:spPr>
        <p:txBody>
          <a:bodyPr/>
          <a:lstStyle>
            <a:lvl1pPr marL="0" indent="0" algn="l">
              <a:lnSpc>
                <a:spcPct val="102000"/>
              </a:lnSpc>
              <a:buNone/>
              <a:defRPr sz="1324" b="0" i="0">
                <a:solidFill>
                  <a:schemeClr val="bg1"/>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38A8B72C-9615-9BE0-BABE-5FD6DE696879}"/>
              </a:ext>
            </a:extLst>
          </p:cNvPr>
          <p:cNvSpPr>
            <a:spLocks noGrp="1"/>
          </p:cNvSpPr>
          <p:nvPr>
            <p:ph type="body" sz="quarter" idx="18"/>
          </p:nvPr>
        </p:nvSpPr>
        <p:spPr>
          <a:xfrm>
            <a:off x="233743" y="483382"/>
            <a:ext cx="4541129" cy="131909"/>
          </a:xfrm>
        </p:spPr>
        <p:txBody>
          <a:bodyPr wrap="square">
            <a:spAutoFit/>
          </a:bodyPr>
          <a:lstStyle>
            <a:lvl1pPr>
              <a:lnSpc>
                <a:spcPct val="98000"/>
              </a:lnSpc>
              <a:defRPr sz="856" b="0" i="0" cap="all" baseline="0">
                <a:solidFill>
                  <a:schemeClr val="bg1"/>
                </a:solidFill>
                <a:latin typeface="Rathbones Sans" pitchFamily="2" charset="0"/>
              </a:defRPr>
            </a:lvl1pPr>
          </a:lstStyle>
          <a:p>
            <a:pPr lvl="0"/>
            <a:r>
              <a:rPr lang="en-US"/>
              <a:t>Click to edit Master text styles</a:t>
            </a:r>
          </a:p>
        </p:txBody>
      </p:sp>
      <p:sp>
        <p:nvSpPr>
          <p:cNvPr id="12" name="Title 11">
            <a:extLst>
              <a:ext uri="{FF2B5EF4-FFF2-40B4-BE49-F238E27FC236}">
                <a16:creationId xmlns:a16="http://schemas.microsoft.com/office/drawing/2014/main" id="{F55A5F26-6782-2883-8108-A6E37DBE29ED}"/>
              </a:ext>
            </a:extLst>
          </p:cNvPr>
          <p:cNvSpPr>
            <a:spLocks noGrp="1"/>
          </p:cNvSpPr>
          <p:nvPr>
            <p:ph type="title"/>
          </p:nvPr>
        </p:nvSpPr>
        <p:spPr>
          <a:xfrm>
            <a:off x="229728" y="640923"/>
            <a:ext cx="4606857" cy="554579"/>
          </a:xfrm>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4257250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2 col content and 2 images">
    <p:spTree>
      <p:nvGrpSpPr>
        <p:cNvPr id="1" name=""/>
        <p:cNvGrpSpPr/>
        <p:nvPr/>
      </p:nvGrpSpPr>
      <p:grpSpPr>
        <a:xfrm>
          <a:off x="0" y="0"/>
          <a:ext cx="0" cy="0"/>
          <a:chOff x="0" y="0"/>
          <a:chExt cx="0" cy="0"/>
        </a:xfrm>
      </p:grpSpPr>
      <p:sp>
        <p:nvSpPr>
          <p:cNvPr id="13" name="Picture Placeholder 17">
            <a:extLst>
              <a:ext uri="{FF2B5EF4-FFF2-40B4-BE49-F238E27FC236}">
                <a16:creationId xmlns:a16="http://schemas.microsoft.com/office/drawing/2014/main" id="{FE2BE5BF-BF7B-4D0B-D8B8-224B9951FA45}"/>
              </a:ext>
            </a:extLst>
          </p:cNvPr>
          <p:cNvSpPr>
            <a:spLocks noGrp="1"/>
          </p:cNvSpPr>
          <p:nvPr>
            <p:ph type="pic" sz="quarter" idx="17"/>
          </p:nvPr>
        </p:nvSpPr>
        <p:spPr>
          <a:xfrm>
            <a:off x="232189" y="2336288"/>
            <a:ext cx="4488874" cy="3824237"/>
          </a:xfrm>
        </p:spPr>
        <p:txBody>
          <a:bodyPr>
            <a:noAutofit/>
          </a:bodyPr>
          <a:lstStyle>
            <a:lvl1pPr>
              <a:defRPr sz="1050"/>
            </a:lvl1pPr>
          </a:lstStyle>
          <a:p>
            <a:r>
              <a:rPr lang="en-US"/>
              <a:t>Click icon to add picture</a:t>
            </a:r>
            <a:endParaRPr lang="en-GB"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8" name="Picture Placeholder 17">
            <a:extLst>
              <a:ext uri="{FF2B5EF4-FFF2-40B4-BE49-F238E27FC236}">
                <a16:creationId xmlns:a16="http://schemas.microsoft.com/office/drawing/2014/main" id="{EDDA0537-7593-BA99-9591-93AE5FE7FD15}"/>
              </a:ext>
            </a:extLst>
          </p:cNvPr>
          <p:cNvSpPr>
            <a:spLocks noGrp="1"/>
          </p:cNvSpPr>
          <p:nvPr>
            <p:ph type="pic" sz="quarter" idx="21"/>
          </p:nvPr>
        </p:nvSpPr>
        <p:spPr>
          <a:xfrm>
            <a:off x="5183482" y="2336288"/>
            <a:ext cx="4488874" cy="3824237"/>
          </a:xfrm>
        </p:spPr>
        <p:txBody>
          <a:bodyPr>
            <a:noAutofit/>
          </a:bodyPr>
          <a:lstStyle>
            <a:lvl1pPr>
              <a:defRPr sz="1050"/>
            </a:lvl1pPr>
          </a:lstStyle>
          <a:p>
            <a:r>
              <a:rPr lang="en-US"/>
              <a:t>Click icon to add picture</a:t>
            </a:r>
            <a:endParaRPr lang="en-GB" dirty="0"/>
          </a:p>
        </p:txBody>
      </p:sp>
      <p:sp>
        <p:nvSpPr>
          <p:cNvPr id="23" name="Text Placeholder 7">
            <a:extLst>
              <a:ext uri="{FF2B5EF4-FFF2-40B4-BE49-F238E27FC236}">
                <a16:creationId xmlns:a16="http://schemas.microsoft.com/office/drawing/2014/main" id="{68DE0252-BEE8-2DBE-77DE-C8C723430BC6}"/>
              </a:ext>
            </a:extLst>
          </p:cNvPr>
          <p:cNvSpPr>
            <a:spLocks noGrp="1"/>
          </p:cNvSpPr>
          <p:nvPr>
            <p:ph type="body" sz="quarter" idx="23"/>
          </p:nvPr>
        </p:nvSpPr>
        <p:spPr>
          <a:xfrm>
            <a:off x="232186" y="1586340"/>
            <a:ext cx="391948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7">
            <a:extLst>
              <a:ext uri="{FF2B5EF4-FFF2-40B4-BE49-F238E27FC236}">
                <a16:creationId xmlns:a16="http://schemas.microsoft.com/office/drawing/2014/main" id="{29C09094-13A9-F68A-C3A0-ADAB544A071B}"/>
              </a:ext>
            </a:extLst>
          </p:cNvPr>
          <p:cNvSpPr>
            <a:spLocks noGrp="1"/>
          </p:cNvSpPr>
          <p:nvPr>
            <p:ph type="body" sz="quarter" idx="24"/>
          </p:nvPr>
        </p:nvSpPr>
        <p:spPr>
          <a:xfrm>
            <a:off x="5183479" y="1586340"/>
            <a:ext cx="391948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2" name="Picture Placeholder 6">
            <a:extLst>
              <a:ext uri="{FF2B5EF4-FFF2-40B4-BE49-F238E27FC236}">
                <a16:creationId xmlns:a16="http://schemas.microsoft.com/office/drawing/2014/main" id="{70E4D7CE-DBB6-63F4-711A-5D984616EF10}"/>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0711C743-A718-0721-30B0-2BFA26289EDE}"/>
              </a:ext>
            </a:extLst>
          </p:cNvPr>
          <p:cNvSpPr>
            <a:spLocks noGrp="1"/>
          </p:cNvSpPr>
          <p:nvPr>
            <p:ph type="body" sz="quarter" idx="25"/>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FF13FE10-ED92-B91C-A187-53B936CA73F8}"/>
              </a:ext>
            </a:extLst>
          </p:cNvPr>
          <p:cNvSpPr>
            <a:spLocks noGrp="1"/>
          </p:cNvSpPr>
          <p:nvPr>
            <p:ph type="ftr" sz="quarter" idx="11"/>
          </p:nvPr>
        </p:nvSpPr>
        <p:spPr>
          <a:xfrm>
            <a:off x="232187" y="200885"/>
            <a:ext cx="621305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9" name="Subtitle 2">
            <a:extLst>
              <a:ext uri="{FF2B5EF4-FFF2-40B4-BE49-F238E27FC236}">
                <a16:creationId xmlns:a16="http://schemas.microsoft.com/office/drawing/2014/main" id="{EE473A73-C10F-A387-09E6-28E74B4CD37B}"/>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7197C0FA-A842-6249-6BEF-8583BC39CA03}"/>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1" name="Title 10">
            <a:extLst>
              <a:ext uri="{FF2B5EF4-FFF2-40B4-BE49-F238E27FC236}">
                <a16:creationId xmlns:a16="http://schemas.microsoft.com/office/drawing/2014/main" id="{E7ABD65C-B530-D6C9-F1CB-364C2D23646E}"/>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16408337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2 image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pic>
        <p:nvPicPr>
          <p:cNvPr id="2" name="Picture Placeholder 6">
            <a:extLst>
              <a:ext uri="{FF2B5EF4-FFF2-40B4-BE49-F238E27FC236}">
                <a16:creationId xmlns:a16="http://schemas.microsoft.com/office/drawing/2014/main" id="{21AEF316-087C-E8F0-D9A0-6B5A440547A9}"/>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16761A8F-C1D9-AABA-4259-86F6D6D80ABC}"/>
              </a:ext>
            </a:extLst>
          </p:cNvPr>
          <p:cNvSpPr>
            <a:spLocks noGrp="1"/>
          </p:cNvSpPr>
          <p:nvPr>
            <p:ph type="body" sz="quarter" idx="22"/>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57A1EECF-F873-D00B-D379-20170A134F51}"/>
              </a:ext>
            </a:extLst>
          </p:cNvPr>
          <p:cNvSpPr>
            <a:spLocks noGrp="1"/>
          </p:cNvSpPr>
          <p:nvPr>
            <p:ph type="ftr" sz="quarter" idx="11"/>
          </p:nvPr>
        </p:nvSpPr>
        <p:spPr>
          <a:xfrm>
            <a:off x="232187" y="200885"/>
            <a:ext cx="621305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9" name="Subtitle 2">
            <a:extLst>
              <a:ext uri="{FF2B5EF4-FFF2-40B4-BE49-F238E27FC236}">
                <a16:creationId xmlns:a16="http://schemas.microsoft.com/office/drawing/2014/main" id="{26EB2CE9-FD62-9967-8BC4-DD1F765BFCB6}"/>
              </a:ext>
            </a:extLst>
          </p:cNvPr>
          <p:cNvSpPr>
            <a:spLocks noGrp="1"/>
          </p:cNvSpPr>
          <p:nvPr>
            <p:ph type="subTitle" idx="1"/>
          </p:nvPr>
        </p:nvSpPr>
        <p:spPr>
          <a:xfrm>
            <a:off x="232188" y="1206739"/>
            <a:ext cx="6215517" cy="213456"/>
          </a:xfrm>
        </p:spPr>
        <p:txBody>
          <a:bodyPr/>
          <a:lstStyle>
            <a:lvl1pPr marL="0" indent="0" algn="l">
              <a:lnSpc>
                <a:spcPct val="102000"/>
              </a:lnSpc>
              <a:buNone/>
              <a:defRPr sz="1371"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DBF01748-104A-8B69-4BC3-2C8612023135}"/>
              </a:ext>
            </a:extLst>
          </p:cNvPr>
          <p:cNvSpPr>
            <a:spLocks noGrp="1"/>
          </p:cNvSpPr>
          <p:nvPr>
            <p:ph type="body" sz="quarter" idx="18"/>
          </p:nvPr>
        </p:nvSpPr>
        <p:spPr>
          <a:xfrm>
            <a:off x="233743" y="483381"/>
            <a:ext cx="6213962" cy="135743"/>
          </a:xfrm>
        </p:spPr>
        <p:txBody>
          <a:bodyPr>
            <a:spAutoFit/>
          </a:bodyPr>
          <a:lstStyle>
            <a:lvl1pPr>
              <a:lnSpc>
                <a:spcPct val="98000"/>
              </a:lnSpc>
              <a:defRPr sz="881" b="0" i="0" cap="all" baseline="0">
                <a:solidFill>
                  <a:schemeClr val="bg2"/>
                </a:solidFill>
                <a:latin typeface="Rathbones Sans" pitchFamily="2" charset="0"/>
              </a:defRPr>
            </a:lvl1pPr>
          </a:lstStyle>
          <a:p>
            <a:pPr lvl="0"/>
            <a:r>
              <a:rPr lang="en-US"/>
              <a:t>Click to edit Master text styles</a:t>
            </a:r>
          </a:p>
        </p:txBody>
      </p:sp>
      <p:sp>
        <p:nvSpPr>
          <p:cNvPr id="11" name="Title 10">
            <a:extLst>
              <a:ext uri="{FF2B5EF4-FFF2-40B4-BE49-F238E27FC236}">
                <a16:creationId xmlns:a16="http://schemas.microsoft.com/office/drawing/2014/main" id="{6CF16979-05E2-6547-E865-1A733BCCCD61}"/>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
        <p:nvSpPr>
          <p:cNvPr id="19" name="Picture Placeholder 17">
            <a:extLst>
              <a:ext uri="{FF2B5EF4-FFF2-40B4-BE49-F238E27FC236}">
                <a16:creationId xmlns:a16="http://schemas.microsoft.com/office/drawing/2014/main" id="{D18DF13B-B276-7660-49C6-397AFA611FEF}"/>
              </a:ext>
            </a:extLst>
          </p:cNvPr>
          <p:cNvSpPr>
            <a:spLocks noGrp="1"/>
          </p:cNvSpPr>
          <p:nvPr>
            <p:ph type="pic" sz="quarter" idx="17"/>
          </p:nvPr>
        </p:nvSpPr>
        <p:spPr>
          <a:xfrm>
            <a:off x="232189" y="1582423"/>
            <a:ext cx="4488874" cy="4578101"/>
          </a:xfrm>
        </p:spPr>
        <p:txBody>
          <a:bodyPr>
            <a:noAutofit/>
          </a:bodyPr>
          <a:lstStyle/>
          <a:p>
            <a:r>
              <a:rPr lang="en-US"/>
              <a:t>Click icon to add picture</a:t>
            </a:r>
            <a:endParaRPr lang="en-GB" dirty="0"/>
          </a:p>
        </p:txBody>
      </p:sp>
      <p:sp>
        <p:nvSpPr>
          <p:cNvPr id="20" name="Picture Placeholder 17">
            <a:extLst>
              <a:ext uri="{FF2B5EF4-FFF2-40B4-BE49-F238E27FC236}">
                <a16:creationId xmlns:a16="http://schemas.microsoft.com/office/drawing/2014/main" id="{C162E830-5ED9-2200-0A7A-CBFDF5605BB1}"/>
              </a:ext>
            </a:extLst>
          </p:cNvPr>
          <p:cNvSpPr>
            <a:spLocks noGrp="1"/>
          </p:cNvSpPr>
          <p:nvPr>
            <p:ph type="pic" sz="quarter" idx="21"/>
          </p:nvPr>
        </p:nvSpPr>
        <p:spPr>
          <a:xfrm>
            <a:off x="5183482" y="1582423"/>
            <a:ext cx="4488874" cy="4578101"/>
          </a:xfrm>
        </p:spPr>
        <p:txBody>
          <a:bodyPr>
            <a:noAutofit/>
          </a:bodyPr>
          <a:lstStyle/>
          <a:p>
            <a:r>
              <a:rPr lang="en-US"/>
              <a:t>Click icon to add picture</a:t>
            </a:r>
            <a:endParaRPr lang="en-GB" dirty="0"/>
          </a:p>
        </p:txBody>
      </p:sp>
    </p:spTree>
    <p:extLst>
      <p:ext uri="{BB962C8B-B14F-4D97-AF65-F5344CB8AC3E}">
        <p14:creationId xmlns:p14="http://schemas.microsoft.com/office/powerpoint/2010/main" val="16716810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and 1 imag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18" name="Text Placeholder 7">
            <a:extLst>
              <a:ext uri="{FF2B5EF4-FFF2-40B4-BE49-F238E27FC236}">
                <a16:creationId xmlns:a16="http://schemas.microsoft.com/office/drawing/2014/main" id="{41B86479-8D65-728C-377A-3FA4E5BD1AA7}"/>
              </a:ext>
            </a:extLst>
          </p:cNvPr>
          <p:cNvSpPr>
            <a:spLocks noGrp="1"/>
          </p:cNvSpPr>
          <p:nvPr>
            <p:ph type="body" sz="quarter" idx="23"/>
          </p:nvPr>
        </p:nvSpPr>
        <p:spPr>
          <a:xfrm>
            <a:off x="232186" y="1586340"/>
            <a:ext cx="3919480"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2" name="Picture Placeholder 6">
            <a:extLst>
              <a:ext uri="{FF2B5EF4-FFF2-40B4-BE49-F238E27FC236}">
                <a16:creationId xmlns:a16="http://schemas.microsoft.com/office/drawing/2014/main" id="{F70A1667-10AB-647A-2926-85973346B9CD}"/>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E7C43BC8-E732-5A48-DCE9-0BE3E671F11C}"/>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93E7D021-375B-21C5-F08F-BF4C0556832F}"/>
              </a:ext>
            </a:extLst>
          </p:cNvPr>
          <p:cNvSpPr>
            <a:spLocks noGrp="1"/>
          </p:cNvSpPr>
          <p:nvPr>
            <p:ph type="ftr" sz="quarter" idx="11"/>
          </p:nvPr>
        </p:nvSpPr>
        <p:spPr>
          <a:xfrm>
            <a:off x="232187" y="200885"/>
            <a:ext cx="621305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9" name="Subtitle 2">
            <a:extLst>
              <a:ext uri="{FF2B5EF4-FFF2-40B4-BE49-F238E27FC236}">
                <a16:creationId xmlns:a16="http://schemas.microsoft.com/office/drawing/2014/main" id="{507F49A1-EF6F-9253-A350-23A6F7A1AAA3}"/>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1D4B25A1-1F27-53AC-663E-1935977CEA55}"/>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1" name="Title 10">
            <a:extLst>
              <a:ext uri="{FF2B5EF4-FFF2-40B4-BE49-F238E27FC236}">
                <a16:creationId xmlns:a16="http://schemas.microsoft.com/office/drawing/2014/main" id="{F0BB9694-CEBC-B446-0DCA-555F5FE5853A}"/>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
        <p:nvSpPr>
          <p:cNvPr id="21" name="Picture Placeholder 17">
            <a:extLst>
              <a:ext uri="{FF2B5EF4-FFF2-40B4-BE49-F238E27FC236}">
                <a16:creationId xmlns:a16="http://schemas.microsoft.com/office/drawing/2014/main" id="{667C91FB-C8A9-D22A-7C45-291ED10FA5FE}"/>
              </a:ext>
            </a:extLst>
          </p:cNvPr>
          <p:cNvSpPr>
            <a:spLocks noGrp="1"/>
          </p:cNvSpPr>
          <p:nvPr>
            <p:ph type="pic" sz="quarter" idx="21"/>
          </p:nvPr>
        </p:nvSpPr>
        <p:spPr>
          <a:xfrm>
            <a:off x="5183482" y="1582423"/>
            <a:ext cx="4488874" cy="4578101"/>
          </a:xfrm>
        </p:spPr>
        <p:txBody>
          <a:bodyPr>
            <a:noAutofit/>
          </a:bodyPr>
          <a:lstStyle>
            <a:lvl1pPr>
              <a:defRPr sz="1050"/>
            </a:lvl1pPr>
          </a:lstStyle>
          <a:p>
            <a:r>
              <a:rPr lang="en-US"/>
              <a:t>Click icon to add picture</a:t>
            </a:r>
            <a:endParaRPr lang="en-GB" dirty="0"/>
          </a:p>
        </p:txBody>
      </p:sp>
    </p:spTree>
    <p:extLst>
      <p:ext uri="{BB962C8B-B14F-4D97-AF65-F5344CB8AC3E}">
        <p14:creationId xmlns:p14="http://schemas.microsoft.com/office/powerpoint/2010/main" val="8426290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bject and stat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4" name="Text Placeholder 7">
            <a:extLst>
              <a:ext uri="{FF2B5EF4-FFF2-40B4-BE49-F238E27FC236}">
                <a16:creationId xmlns:a16="http://schemas.microsoft.com/office/drawing/2014/main" id="{4029C712-B166-8A96-AB03-FA142358DDA5}"/>
              </a:ext>
            </a:extLst>
          </p:cNvPr>
          <p:cNvSpPr>
            <a:spLocks noGrp="1"/>
          </p:cNvSpPr>
          <p:nvPr>
            <p:ph type="body" sz="quarter" idx="20" hasCustomPrompt="1"/>
          </p:nvPr>
        </p:nvSpPr>
        <p:spPr>
          <a:xfrm>
            <a:off x="232188" y="1467756"/>
            <a:ext cx="1378933" cy="1027509"/>
          </a:xfrm>
        </p:spPr>
        <p:txBody>
          <a:bodyPr/>
          <a:lstStyle>
            <a:lvl1pPr>
              <a:lnSpc>
                <a:spcPct val="100000"/>
              </a:lnSpc>
              <a:spcAft>
                <a:spcPts val="701"/>
              </a:spcAft>
              <a:defRPr sz="3192" b="0">
                <a:solidFill>
                  <a:schemeClr val="bg2"/>
                </a:solidFill>
              </a:defRPr>
            </a:lvl1pPr>
            <a:lvl2pPr>
              <a:lnSpc>
                <a:spcPct val="102000"/>
              </a:lnSpc>
              <a:spcAft>
                <a:spcPts val="0"/>
              </a:spcAft>
              <a:defRPr sz="701" b="1" i="0" spc="-12" baseline="0">
                <a:solidFill>
                  <a:schemeClr val="tx1"/>
                </a:solidFill>
                <a:latin typeface="Rathbones Sans" pitchFamily="2" charset="0"/>
              </a:defRPr>
            </a:lvl2pPr>
            <a:lvl3pPr>
              <a:lnSpc>
                <a:spcPct val="102000"/>
              </a:lnSpc>
              <a:defRPr b="0">
                <a:solidFill>
                  <a:schemeClr val="tx1"/>
                </a:solidFill>
              </a:defRPr>
            </a:lvl3pPr>
            <a:lvl4pPr>
              <a:lnSpc>
                <a:spcPct val="102000"/>
              </a:lnSpc>
              <a:defRPr>
                <a:solidFill>
                  <a:schemeClr val="tx1"/>
                </a:solidFill>
              </a:defRPr>
            </a:lvl4pPr>
            <a:lvl5pPr>
              <a:lnSpc>
                <a:spcPct val="102000"/>
              </a:lnSpc>
              <a:defRPr>
                <a:solidFill>
                  <a:schemeClr val="tx1"/>
                </a:solidFill>
              </a:defRPr>
            </a:lvl5pPr>
          </a:lstStyle>
          <a:p>
            <a:pPr lvl="0"/>
            <a:r>
              <a:rPr lang="en-GB" dirty="0"/>
              <a:t>00%</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4" name="Picture Placeholder 6">
            <a:extLst>
              <a:ext uri="{FF2B5EF4-FFF2-40B4-BE49-F238E27FC236}">
                <a16:creationId xmlns:a16="http://schemas.microsoft.com/office/drawing/2014/main" id="{CBE283F4-AE9F-FD0C-6C55-5F54F6A74056}"/>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A918E8F7-CED6-CC04-4368-80E5633287FA}"/>
              </a:ext>
            </a:extLst>
          </p:cNvPr>
          <p:cNvSpPr>
            <a:spLocks noGrp="1"/>
          </p:cNvSpPr>
          <p:nvPr>
            <p:ph type="body" sz="quarter" idx="17"/>
          </p:nvPr>
        </p:nvSpPr>
        <p:spPr>
          <a:xfrm>
            <a:off x="233743" y="6432566"/>
            <a:ext cx="4602843" cy="211083"/>
          </a:xfrm>
        </p:spPr>
        <p:txBody>
          <a:bodyPr anchor="b"/>
          <a:lstStyle>
            <a:lvl1pPr>
              <a:lnSpc>
                <a:spcPct val="98000"/>
              </a:lnSpc>
              <a:defRPr sz="686" b="0" spc="-8" baseline="0">
                <a:solidFill>
                  <a:srgbClr val="323E48"/>
                </a:solidFill>
                <a:latin typeface="+mn-lt"/>
              </a:defRPr>
            </a:lvl1pPr>
            <a:lvl2pPr>
              <a:lnSpc>
                <a:spcPct val="98000"/>
              </a:lnSpc>
              <a:defRPr sz="686" b="0" spc="-8" baseline="0">
                <a:solidFill>
                  <a:srgbClr val="323E48"/>
                </a:solidFill>
                <a:latin typeface="+mn-lt"/>
              </a:defRPr>
            </a:lvl2pPr>
          </a:lstStyle>
          <a:p>
            <a:pPr lvl="0"/>
            <a:r>
              <a:rPr lang="en-US"/>
              <a:t>Click to edit Master text styles</a:t>
            </a:r>
          </a:p>
          <a:p>
            <a:pPr lvl="1"/>
            <a:r>
              <a:rPr lang="en-US"/>
              <a:t>Second level</a:t>
            </a:r>
          </a:p>
        </p:txBody>
      </p:sp>
      <p:sp>
        <p:nvSpPr>
          <p:cNvPr id="9" name="Footer Placeholder 4">
            <a:extLst>
              <a:ext uri="{FF2B5EF4-FFF2-40B4-BE49-F238E27FC236}">
                <a16:creationId xmlns:a16="http://schemas.microsoft.com/office/drawing/2014/main" id="{AD5BDCD2-56F3-D72A-62BA-3FE589F48EB3}"/>
              </a:ext>
            </a:extLst>
          </p:cNvPr>
          <p:cNvSpPr>
            <a:spLocks noGrp="1"/>
          </p:cNvSpPr>
          <p:nvPr>
            <p:ph type="ftr" sz="quarter" idx="11"/>
          </p:nvPr>
        </p:nvSpPr>
        <p:spPr>
          <a:xfrm>
            <a:off x="232187" y="200885"/>
            <a:ext cx="621305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10" name="Subtitle 2">
            <a:extLst>
              <a:ext uri="{FF2B5EF4-FFF2-40B4-BE49-F238E27FC236}">
                <a16:creationId xmlns:a16="http://schemas.microsoft.com/office/drawing/2014/main" id="{6DA6CB01-3512-49C8-50E9-17A703AE8BC3}"/>
              </a:ext>
            </a:extLst>
          </p:cNvPr>
          <p:cNvSpPr>
            <a:spLocks noGrp="1"/>
          </p:cNvSpPr>
          <p:nvPr>
            <p:ph type="subTitle" idx="1"/>
          </p:nvPr>
        </p:nvSpPr>
        <p:spPr>
          <a:xfrm>
            <a:off x="232188" y="1189487"/>
            <a:ext cx="6215517" cy="206124"/>
          </a:xfrm>
        </p:spPr>
        <p:txBody>
          <a:bodyPr/>
          <a:lstStyle>
            <a:lvl1pPr marL="0" indent="0" algn="l">
              <a:lnSpc>
                <a:spcPct val="102000"/>
              </a:lnSpc>
              <a:buNone/>
              <a:defRPr sz="1324"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2" name="Text Placeholder 7">
            <a:extLst>
              <a:ext uri="{FF2B5EF4-FFF2-40B4-BE49-F238E27FC236}">
                <a16:creationId xmlns:a16="http://schemas.microsoft.com/office/drawing/2014/main" id="{9C58F62F-52CA-A7FD-2672-BC8D227F4CDE}"/>
              </a:ext>
            </a:extLst>
          </p:cNvPr>
          <p:cNvSpPr>
            <a:spLocks noGrp="1"/>
          </p:cNvSpPr>
          <p:nvPr>
            <p:ph type="body" sz="quarter" idx="18"/>
          </p:nvPr>
        </p:nvSpPr>
        <p:spPr>
          <a:xfrm>
            <a:off x="233743" y="483382"/>
            <a:ext cx="6213962" cy="131909"/>
          </a:xfrm>
        </p:spPr>
        <p:txBody>
          <a:bodyPr>
            <a:spAutoFit/>
          </a:bodyPr>
          <a:lstStyle>
            <a:lvl1pPr>
              <a:lnSpc>
                <a:spcPct val="98000"/>
              </a:lnSpc>
              <a:defRPr sz="856" b="0" i="0" cap="all" baseline="0">
                <a:solidFill>
                  <a:schemeClr val="bg2"/>
                </a:solidFill>
                <a:latin typeface="Rathbones Sans" pitchFamily="2" charset="0"/>
              </a:defRPr>
            </a:lvl1pPr>
          </a:lstStyle>
          <a:p>
            <a:pPr lvl="0"/>
            <a:r>
              <a:rPr lang="en-US"/>
              <a:t>Click to edit Master text styles</a:t>
            </a:r>
          </a:p>
        </p:txBody>
      </p:sp>
      <p:sp>
        <p:nvSpPr>
          <p:cNvPr id="15" name="Title 14">
            <a:extLst>
              <a:ext uri="{FF2B5EF4-FFF2-40B4-BE49-F238E27FC236}">
                <a16:creationId xmlns:a16="http://schemas.microsoft.com/office/drawing/2014/main" id="{E1CE81AA-BF04-CC56-8C4E-1AED921B0350}"/>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11009535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picture and subheadin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1" name="Picture Placeholder 10">
            <a:extLst>
              <a:ext uri="{FF2B5EF4-FFF2-40B4-BE49-F238E27FC236}">
                <a16:creationId xmlns:a16="http://schemas.microsoft.com/office/drawing/2014/main" id="{61DD79FD-3513-47AE-9B20-A3B45172FBFF}"/>
              </a:ext>
            </a:extLst>
          </p:cNvPr>
          <p:cNvSpPr>
            <a:spLocks noGrp="1"/>
          </p:cNvSpPr>
          <p:nvPr>
            <p:ph type="pic" sz="quarter" idx="19"/>
          </p:nvPr>
        </p:nvSpPr>
        <p:spPr>
          <a:xfrm>
            <a:off x="232188" y="2416629"/>
            <a:ext cx="4604397" cy="3665878"/>
          </a:xfrm>
          <a:solidFill>
            <a:schemeClr val="accent1">
              <a:alpha val="12000"/>
            </a:schemeClr>
          </a:solidFill>
        </p:spPr>
        <p:txBody>
          <a:bodyPr>
            <a:noAutofit/>
          </a:bodyPr>
          <a:lstStyle>
            <a:lvl1pPr>
              <a:defRPr sz="1050"/>
            </a:lvl1pPr>
          </a:lstStyle>
          <a:p>
            <a:r>
              <a:rPr lang="en-US"/>
              <a:t>Click icon to add picture</a:t>
            </a:r>
            <a:endParaRPr lang="en-GB"/>
          </a:p>
        </p:txBody>
      </p:sp>
      <p:pic>
        <p:nvPicPr>
          <p:cNvPr id="4" name="Picture Placeholder 6">
            <a:extLst>
              <a:ext uri="{FF2B5EF4-FFF2-40B4-BE49-F238E27FC236}">
                <a16:creationId xmlns:a16="http://schemas.microsoft.com/office/drawing/2014/main" id="{B2413148-7A9B-485F-FD04-D6D1BFD74BBC}"/>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B5D5313A-FF62-4776-55B8-2D7506E02B0B}"/>
              </a:ext>
            </a:extLst>
          </p:cNvPr>
          <p:cNvSpPr>
            <a:spLocks noGrp="1"/>
          </p:cNvSpPr>
          <p:nvPr>
            <p:ph type="body" sz="quarter" idx="17"/>
          </p:nvPr>
        </p:nvSpPr>
        <p:spPr>
          <a:xfrm>
            <a:off x="233743" y="6402302"/>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Footer Placeholder 4">
            <a:extLst>
              <a:ext uri="{FF2B5EF4-FFF2-40B4-BE49-F238E27FC236}">
                <a16:creationId xmlns:a16="http://schemas.microsoft.com/office/drawing/2014/main" id="{E45ED0F5-94EB-FAC2-3C4B-E02C72DDAA6E}"/>
              </a:ext>
            </a:extLst>
          </p:cNvPr>
          <p:cNvSpPr>
            <a:spLocks noGrp="1"/>
          </p:cNvSpPr>
          <p:nvPr>
            <p:ph type="ftr" sz="quarter" idx="11"/>
          </p:nvPr>
        </p:nvSpPr>
        <p:spPr>
          <a:xfrm>
            <a:off x="232187" y="200885"/>
            <a:ext cx="6213057" cy="119927"/>
          </a:xfrm>
        </p:spPr>
        <p:txBody>
          <a:bodyPr wrap="square">
            <a:spAutoFit/>
          </a:bodyPr>
          <a:lstStyle>
            <a:lvl1pPr>
              <a:defRPr>
                <a:solidFill>
                  <a:schemeClr val="tx1"/>
                </a:solidFill>
              </a:defRPr>
            </a:lvl1pPr>
          </a:lstStyle>
          <a:p>
            <a:r>
              <a:rPr lang="en-GB"/>
              <a:t>Rathbones Asset Management | Rathbone UK Opportunities Fund</a:t>
            </a:r>
            <a:endParaRPr lang="en-GB" dirty="0"/>
          </a:p>
        </p:txBody>
      </p:sp>
      <p:sp>
        <p:nvSpPr>
          <p:cNvPr id="10" name="Subtitle 2">
            <a:extLst>
              <a:ext uri="{FF2B5EF4-FFF2-40B4-BE49-F238E27FC236}">
                <a16:creationId xmlns:a16="http://schemas.microsoft.com/office/drawing/2014/main" id="{9443746C-6C5E-E466-3548-773A0481F2A7}"/>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4" name="Text Placeholder 7">
            <a:extLst>
              <a:ext uri="{FF2B5EF4-FFF2-40B4-BE49-F238E27FC236}">
                <a16:creationId xmlns:a16="http://schemas.microsoft.com/office/drawing/2014/main" id="{8D54357A-D511-7EB6-7EF7-F59514A9391D}"/>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5" name="Title 14">
            <a:extLst>
              <a:ext uri="{FF2B5EF4-FFF2-40B4-BE49-F238E27FC236}">
                <a16:creationId xmlns:a16="http://schemas.microsoft.com/office/drawing/2014/main" id="{01B3DAB3-E2E5-EAF2-0D58-9AFD4E3377AF}"/>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32317898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and object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Text Placeholder 7">
            <a:extLst>
              <a:ext uri="{FF2B5EF4-FFF2-40B4-BE49-F238E27FC236}">
                <a16:creationId xmlns:a16="http://schemas.microsoft.com/office/drawing/2014/main" id="{EC3CFED2-49C1-DFE1-52EA-E56B2DE1F661}"/>
              </a:ext>
            </a:extLst>
          </p:cNvPr>
          <p:cNvSpPr>
            <a:spLocks noGrp="1"/>
          </p:cNvSpPr>
          <p:nvPr>
            <p:ph type="body" sz="quarter" idx="21"/>
          </p:nvPr>
        </p:nvSpPr>
        <p:spPr>
          <a:xfrm>
            <a:off x="232187" y="1577714"/>
            <a:ext cx="3797548"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Placeholder 6">
            <a:extLst>
              <a:ext uri="{FF2B5EF4-FFF2-40B4-BE49-F238E27FC236}">
                <a16:creationId xmlns:a16="http://schemas.microsoft.com/office/drawing/2014/main" id="{DEAA7BAD-CB64-FBFB-F7D9-158C03D2ECDC}"/>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4" name="Text Placeholder 7">
            <a:extLst>
              <a:ext uri="{FF2B5EF4-FFF2-40B4-BE49-F238E27FC236}">
                <a16:creationId xmlns:a16="http://schemas.microsoft.com/office/drawing/2014/main" id="{44A2A062-48D7-88C8-DF27-B1FFD049A4FB}"/>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0F10D77B-E4A7-D37C-8B65-3E4C39719971}"/>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0" name="Text Placeholder 7">
            <a:extLst>
              <a:ext uri="{FF2B5EF4-FFF2-40B4-BE49-F238E27FC236}">
                <a16:creationId xmlns:a16="http://schemas.microsoft.com/office/drawing/2014/main" id="{C3D01C49-F8FA-EC79-CA8D-48E221E7389D}"/>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4" name="Title 13">
            <a:extLst>
              <a:ext uri="{FF2B5EF4-FFF2-40B4-BE49-F238E27FC236}">
                <a16:creationId xmlns:a16="http://schemas.microsoft.com/office/drawing/2014/main" id="{E398124E-0043-EEF3-A09A-F33E9C5B02DF}"/>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Tree>
    <p:extLst>
      <p:ext uri="{BB962C8B-B14F-4D97-AF65-F5344CB8AC3E}">
        <p14:creationId xmlns:p14="http://schemas.microsoft.com/office/powerpoint/2010/main" val="10888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and 4 Imag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2" name="Picture Placeholder 17">
            <a:extLst>
              <a:ext uri="{FF2B5EF4-FFF2-40B4-BE49-F238E27FC236}">
                <a16:creationId xmlns:a16="http://schemas.microsoft.com/office/drawing/2014/main" id="{CCA0141B-ED02-6D5F-0C3D-CB60F94B2847}"/>
              </a:ext>
            </a:extLst>
          </p:cNvPr>
          <p:cNvSpPr>
            <a:spLocks noGrp="1"/>
          </p:cNvSpPr>
          <p:nvPr>
            <p:ph type="pic" sz="quarter" idx="21"/>
          </p:nvPr>
        </p:nvSpPr>
        <p:spPr>
          <a:xfrm>
            <a:off x="3456839" y="1582421"/>
            <a:ext cx="2990866" cy="2181220"/>
          </a:xfrm>
        </p:spPr>
        <p:txBody>
          <a:bodyPr>
            <a:noAutofit/>
          </a:bodyPr>
          <a:lstStyle>
            <a:lvl1pPr>
              <a:defRPr sz="1050"/>
            </a:lvl1pPr>
          </a:lstStyle>
          <a:p>
            <a:r>
              <a:rPr lang="en-US"/>
              <a:t>Click icon to add picture</a:t>
            </a:r>
            <a:endParaRPr lang="en-GB" dirty="0"/>
          </a:p>
        </p:txBody>
      </p:sp>
      <p:sp>
        <p:nvSpPr>
          <p:cNvPr id="13" name="Picture Placeholder 17">
            <a:extLst>
              <a:ext uri="{FF2B5EF4-FFF2-40B4-BE49-F238E27FC236}">
                <a16:creationId xmlns:a16="http://schemas.microsoft.com/office/drawing/2014/main" id="{265758AA-B3CD-4674-CBE3-BB74A0BBEB5F}"/>
              </a:ext>
            </a:extLst>
          </p:cNvPr>
          <p:cNvSpPr>
            <a:spLocks noGrp="1"/>
          </p:cNvSpPr>
          <p:nvPr>
            <p:ph type="pic" sz="quarter" idx="22"/>
          </p:nvPr>
        </p:nvSpPr>
        <p:spPr>
          <a:xfrm>
            <a:off x="6682303" y="1582421"/>
            <a:ext cx="2990866" cy="2181220"/>
          </a:xfrm>
        </p:spPr>
        <p:txBody>
          <a:bodyPr>
            <a:noAutofit/>
          </a:bodyPr>
          <a:lstStyle>
            <a:lvl1pPr>
              <a:defRPr sz="1050"/>
            </a:lvl1pPr>
          </a:lstStyle>
          <a:p>
            <a:r>
              <a:rPr lang="en-US"/>
              <a:t>Click icon to add picture</a:t>
            </a:r>
            <a:endParaRPr lang="en-GB"/>
          </a:p>
        </p:txBody>
      </p:sp>
      <p:sp>
        <p:nvSpPr>
          <p:cNvPr id="4" name="Text Placeholder 7">
            <a:extLst>
              <a:ext uri="{FF2B5EF4-FFF2-40B4-BE49-F238E27FC236}">
                <a16:creationId xmlns:a16="http://schemas.microsoft.com/office/drawing/2014/main" id="{86462DEE-7D5A-FC91-8ACD-FAC1D29FCD19}"/>
              </a:ext>
            </a:extLst>
          </p:cNvPr>
          <p:cNvSpPr>
            <a:spLocks noGrp="1"/>
          </p:cNvSpPr>
          <p:nvPr>
            <p:ph type="body" sz="quarter" idx="25"/>
          </p:nvPr>
        </p:nvSpPr>
        <p:spPr>
          <a:xfrm>
            <a:off x="232187" y="1586340"/>
            <a:ext cx="3106074"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Placeholder 6">
            <a:extLst>
              <a:ext uri="{FF2B5EF4-FFF2-40B4-BE49-F238E27FC236}">
                <a16:creationId xmlns:a16="http://schemas.microsoft.com/office/drawing/2014/main" id="{E0E54018-CD43-CE35-6F77-FCBD9F5839E7}"/>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648D2CC2-4D2B-5557-09ED-0DE3CCE1C8C1}"/>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31A2B324-2BC6-30E4-887E-2764B61DF607}"/>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4" name="Text Placeholder 7">
            <a:extLst>
              <a:ext uri="{FF2B5EF4-FFF2-40B4-BE49-F238E27FC236}">
                <a16:creationId xmlns:a16="http://schemas.microsoft.com/office/drawing/2014/main" id="{BBC8976F-842E-DBC7-3FD1-3F9B7A643106}"/>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5" name="Title 14">
            <a:extLst>
              <a:ext uri="{FF2B5EF4-FFF2-40B4-BE49-F238E27FC236}">
                <a16:creationId xmlns:a16="http://schemas.microsoft.com/office/drawing/2014/main" id="{DF9F537B-0387-7316-A608-0911AD6F3FBF}"/>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
        <p:nvSpPr>
          <p:cNvPr id="22" name="Picture Placeholder 17">
            <a:extLst>
              <a:ext uri="{FF2B5EF4-FFF2-40B4-BE49-F238E27FC236}">
                <a16:creationId xmlns:a16="http://schemas.microsoft.com/office/drawing/2014/main" id="{A9C458DA-4C57-F276-FC6F-CDE88AC6F1AD}"/>
              </a:ext>
            </a:extLst>
          </p:cNvPr>
          <p:cNvSpPr>
            <a:spLocks noGrp="1"/>
          </p:cNvSpPr>
          <p:nvPr>
            <p:ph type="pic" sz="quarter" idx="26"/>
          </p:nvPr>
        </p:nvSpPr>
        <p:spPr>
          <a:xfrm>
            <a:off x="3456839" y="3979303"/>
            <a:ext cx="2990866" cy="2181220"/>
          </a:xfrm>
        </p:spPr>
        <p:txBody>
          <a:bodyPr>
            <a:noAutofit/>
          </a:bodyPr>
          <a:lstStyle>
            <a:lvl1pPr>
              <a:defRPr sz="1050"/>
            </a:lvl1pPr>
          </a:lstStyle>
          <a:p>
            <a:r>
              <a:rPr lang="en-US"/>
              <a:t>Click icon to add picture</a:t>
            </a:r>
            <a:endParaRPr lang="en-GB" dirty="0"/>
          </a:p>
        </p:txBody>
      </p:sp>
      <p:sp>
        <p:nvSpPr>
          <p:cNvPr id="23" name="Picture Placeholder 17">
            <a:extLst>
              <a:ext uri="{FF2B5EF4-FFF2-40B4-BE49-F238E27FC236}">
                <a16:creationId xmlns:a16="http://schemas.microsoft.com/office/drawing/2014/main" id="{9C067E43-B512-9D76-8A08-03FF90475690}"/>
              </a:ext>
            </a:extLst>
          </p:cNvPr>
          <p:cNvSpPr>
            <a:spLocks noGrp="1"/>
          </p:cNvSpPr>
          <p:nvPr>
            <p:ph type="pic" sz="quarter" idx="27"/>
          </p:nvPr>
        </p:nvSpPr>
        <p:spPr>
          <a:xfrm>
            <a:off x="6682303" y="3979303"/>
            <a:ext cx="2990866" cy="2181220"/>
          </a:xfrm>
        </p:spPr>
        <p:txBody>
          <a:bodyPr>
            <a:noAutofit/>
          </a:bodyPr>
          <a:lstStyle>
            <a:lvl1pPr>
              <a:defRPr sz="1050"/>
            </a:lvl1pPr>
          </a:lstStyle>
          <a:p>
            <a:r>
              <a:rPr lang="en-US"/>
              <a:t>Click icon to add picture</a:t>
            </a:r>
            <a:endParaRPr lang="en-GB"/>
          </a:p>
        </p:txBody>
      </p:sp>
    </p:spTree>
    <p:extLst>
      <p:ext uri="{BB962C8B-B14F-4D97-AF65-F5344CB8AC3E}">
        <p14:creationId xmlns:p14="http://schemas.microsoft.com/office/powerpoint/2010/main" val="32406640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3 Imag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GB"/>
              <a:t>Rathbones Asset Management | Rathbone UK Opportunities Fund</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12" name="Picture Placeholder 17">
            <a:extLst>
              <a:ext uri="{FF2B5EF4-FFF2-40B4-BE49-F238E27FC236}">
                <a16:creationId xmlns:a16="http://schemas.microsoft.com/office/drawing/2014/main" id="{CCA0141B-ED02-6D5F-0C3D-CB60F94B2847}"/>
              </a:ext>
            </a:extLst>
          </p:cNvPr>
          <p:cNvSpPr>
            <a:spLocks noGrp="1"/>
          </p:cNvSpPr>
          <p:nvPr>
            <p:ph type="pic" sz="quarter" idx="21"/>
          </p:nvPr>
        </p:nvSpPr>
        <p:spPr>
          <a:xfrm>
            <a:off x="4263211" y="1587056"/>
            <a:ext cx="2184493" cy="4573467"/>
          </a:xfrm>
        </p:spPr>
        <p:txBody>
          <a:bodyPr>
            <a:noAutofit/>
          </a:bodyPr>
          <a:lstStyle>
            <a:lvl1pPr>
              <a:defRPr sz="1050"/>
            </a:lvl1pPr>
          </a:lstStyle>
          <a:p>
            <a:r>
              <a:rPr lang="en-US"/>
              <a:t>Click icon to add picture</a:t>
            </a:r>
            <a:endParaRPr lang="en-GB"/>
          </a:p>
        </p:txBody>
      </p:sp>
      <p:sp>
        <p:nvSpPr>
          <p:cNvPr id="13" name="Picture Placeholder 17">
            <a:extLst>
              <a:ext uri="{FF2B5EF4-FFF2-40B4-BE49-F238E27FC236}">
                <a16:creationId xmlns:a16="http://schemas.microsoft.com/office/drawing/2014/main" id="{265758AA-B3CD-4674-CBE3-BB74A0BBEB5F}"/>
              </a:ext>
            </a:extLst>
          </p:cNvPr>
          <p:cNvSpPr>
            <a:spLocks noGrp="1"/>
          </p:cNvSpPr>
          <p:nvPr>
            <p:ph type="pic" sz="quarter" idx="22"/>
          </p:nvPr>
        </p:nvSpPr>
        <p:spPr>
          <a:xfrm>
            <a:off x="6682303" y="1587057"/>
            <a:ext cx="2990866" cy="2169853"/>
          </a:xfrm>
        </p:spPr>
        <p:txBody>
          <a:bodyPr>
            <a:noAutofit/>
          </a:bodyPr>
          <a:lstStyle>
            <a:lvl1pPr>
              <a:defRPr sz="1050"/>
            </a:lvl1pPr>
          </a:lstStyle>
          <a:p>
            <a:r>
              <a:rPr lang="en-US"/>
              <a:t>Click icon to add picture</a:t>
            </a:r>
            <a:endParaRPr lang="en-GB"/>
          </a:p>
        </p:txBody>
      </p:sp>
      <p:sp>
        <p:nvSpPr>
          <p:cNvPr id="4" name="Text Placeholder 7">
            <a:extLst>
              <a:ext uri="{FF2B5EF4-FFF2-40B4-BE49-F238E27FC236}">
                <a16:creationId xmlns:a16="http://schemas.microsoft.com/office/drawing/2014/main" id="{97EAE523-A594-30E3-0C46-7879721DC6EC}"/>
              </a:ext>
            </a:extLst>
          </p:cNvPr>
          <p:cNvSpPr>
            <a:spLocks noGrp="1"/>
          </p:cNvSpPr>
          <p:nvPr>
            <p:ph type="body" sz="quarter" idx="25"/>
          </p:nvPr>
        </p:nvSpPr>
        <p:spPr>
          <a:xfrm>
            <a:off x="232187" y="1586340"/>
            <a:ext cx="3797548" cy="841512"/>
          </a:xfrm>
        </p:spPr>
        <p:txBody>
          <a:bodyPr/>
          <a:lstStyle>
            <a:lvl1pPr>
              <a:lnSpc>
                <a:spcPct val="106000"/>
              </a:lnSpc>
              <a:defRPr sz="900" spc="-12" baseline="0"/>
            </a:lvl1pPr>
            <a:lvl2pPr>
              <a:lnSpc>
                <a:spcPct val="106000"/>
              </a:lnSpc>
              <a:spcAft>
                <a:spcPts val="1168"/>
              </a:spcAft>
              <a:defRPr sz="900" spc="-12" baseline="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Placeholder 6">
            <a:extLst>
              <a:ext uri="{FF2B5EF4-FFF2-40B4-BE49-F238E27FC236}">
                <a16:creationId xmlns:a16="http://schemas.microsoft.com/office/drawing/2014/main" id="{9A3B5C00-EDAB-AC29-C9B7-19E6019AEC12}"/>
              </a:ext>
            </a:extLst>
          </p:cNvPr>
          <p:cNvPicPr>
            <a:picLocks noChangeAspect="1"/>
          </p:cNvPicPr>
          <p:nvPr userDrawn="1"/>
        </p:nvPicPr>
        <p:blipFill>
          <a:blip r:embed="rId2" cstate="screen">
            <a:alphaModFix amt="2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295840" y="6479880"/>
            <a:ext cx="1371914" cy="148789"/>
          </a:xfrm>
          <a:prstGeom prst="rect">
            <a:avLst/>
          </a:prstGeom>
        </p:spPr>
      </p:pic>
      <p:sp>
        <p:nvSpPr>
          <p:cNvPr id="7" name="Text Placeholder 7">
            <a:extLst>
              <a:ext uri="{FF2B5EF4-FFF2-40B4-BE49-F238E27FC236}">
                <a16:creationId xmlns:a16="http://schemas.microsoft.com/office/drawing/2014/main" id="{10FB3086-50D2-075D-CD59-9278DA876390}"/>
              </a:ext>
            </a:extLst>
          </p:cNvPr>
          <p:cNvSpPr>
            <a:spLocks noGrp="1"/>
          </p:cNvSpPr>
          <p:nvPr>
            <p:ph type="body" sz="quarter" idx="17"/>
          </p:nvPr>
        </p:nvSpPr>
        <p:spPr>
          <a:xfrm>
            <a:off x="233743" y="6402301"/>
            <a:ext cx="4602843" cy="241348"/>
          </a:xfrm>
        </p:spPr>
        <p:txBody>
          <a:bodyPr anchor="b"/>
          <a:lstStyle>
            <a:lvl1pPr>
              <a:lnSpc>
                <a:spcPct val="98000"/>
              </a:lnSpc>
              <a:defRPr sz="800" b="0" spc="-8" baseline="0">
                <a:solidFill>
                  <a:srgbClr val="323E48"/>
                </a:solidFill>
                <a:latin typeface="+mn-lt"/>
              </a:defRPr>
            </a:lvl1pPr>
            <a:lvl2pPr>
              <a:lnSpc>
                <a:spcPct val="98000"/>
              </a:lnSpc>
              <a:defRPr sz="800" b="0" spc="-8" baseline="0">
                <a:solidFill>
                  <a:srgbClr val="323E48"/>
                </a:solidFill>
                <a:latin typeface="+mn-lt"/>
              </a:defRPr>
            </a:lvl2pPr>
          </a:lstStyle>
          <a:p>
            <a:pPr lvl="0"/>
            <a:r>
              <a:rPr lang="en-US"/>
              <a:t>Click to edit Master text styles</a:t>
            </a:r>
          </a:p>
          <a:p>
            <a:pPr lvl="1"/>
            <a:r>
              <a:rPr lang="en-US"/>
              <a:t>Second level</a:t>
            </a:r>
          </a:p>
        </p:txBody>
      </p:sp>
      <p:sp>
        <p:nvSpPr>
          <p:cNvPr id="9" name="Subtitle 2">
            <a:extLst>
              <a:ext uri="{FF2B5EF4-FFF2-40B4-BE49-F238E27FC236}">
                <a16:creationId xmlns:a16="http://schemas.microsoft.com/office/drawing/2014/main" id="{C3654F04-EB98-0AC2-1694-15255A9BD689}"/>
              </a:ext>
            </a:extLst>
          </p:cNvPr>
          <p:cNvSpPr>
            <a:spLocks noGrp="1"/>
          </p:cNvSpPr>
          <p:nvPr>
            <p:ph type="subTitle" idx="1"/>
          </p:nvPr>
        </p:nvSpPr>
        <p:spPr>
          <a:xfrm>
            <a:off x="232188" y="1206739"/>
            <a:ext cx="6215517" cy="213456"/>
          </a:xfrm>
        </p:spPr>
        <p:txBody>
          <a:bodyPr/>
          <a:lstStyle>
            <a:lvl1pPr marL="0" indent="0" algn="l">
              <a:lnSpc>
                <a:spcPct val="102000"/>
              </a:lnSpc>
              <a:buNone/>
              <a:defRPr sz="1400" b="0" i="0">
                <a:solidFill>
                  <a:schemeClr val="bg2"/>
                </a:solidFill>
                <a:latin typeface="Rathbones Sans" pitchFamily="2" charset="0"/>
              </a:defRPr>
            </a:lvl1pPr>
            <a:lvl2pPr marL="355957" indent="0" algn="ctr">
              <a:buNone/>
              <a:defRPr sz="1557"/>
            </a:lvl2pPr>
            <a:lvl3pPr marL="711913" indent="0" algn="ctr">
              <a:buNone/>
              <a:defRPr sz="1401"/>
            </a:lvl3pPr>
            <a:lvl4pPr marL="1067871" indent="0" algn="ctr">
              <a:buNone/>
              <a:defRPr sz="1246"/>
            </a:lvl4pPr>
            <a:lvl5pPr marL="1423829" indent="0" algn="ctr">
              <a:buNone/>
              <a:defRPr sz="1246"/>
            </a:lvl5pPr>
            <a:lvl6pPr marL="1779786" indent="0" algn="ctr">
              <a:buNone/>
              <a:defRPr sz="1246"/>
            </a:lvl6pPr>
            <a:lvl7pPr marL="2135743" indent="0" algn="ctr">
              <a:buNone/>
              <a:defRPr sz="1246"/>
            </a:lvl7pPr>
            <a:lvl8pPr marL="2491700" indent="0" algn="ctr">
              <a:buNone/>
              <a:defRPr sz="1246"/>
            </a:lvl8pPr>
            <a:lvl9pPr marL="2847657" indent="0" algn="ctr">
              <a:buNone/>
              <a:defRPr sz="1246"/>
            </a:lvl9pPr>
          </a:lstStyle>
          <a:p>
            <a:r>
              <a:rPr lang="en-US"/>
              <a:t>Click to edit Master subtitle style</a:t>
            </a:r>
            <a:endParaRPr lang="en-US" dirty="0"/>
          </a:p>
        </p:txBody>
      </p:sp>
      <p:sp>
        <p:nvSpPr>
          <p:cNvPr id="15" name="Text Placeholder 7">
            <a:extLst>
              <a:ext uri="{FF2B5EF4-FFF2-40B4-BE49-F238E27FC236}">
                <a16:creationId xmlns:a16="http://schemas.microsoft.com/office/drawing/2014/main" id="{2C57415B-EDB7-8680-B717-6D97536C8E68}"/>
              </a:ext>
            </a:extLst>
          </p:cNvPr>
          <p:cNvSpPr>
            <a:spLocks noGrp="1"/>
          </p:cNvSpPr>
          <p:nvPr>
            <p:ph type="body" sz="quarter" idx="18"/>
          </p:nvPr>
        </p:nvSpPr>
        <p:spPr>
          <a:xfrm>
            <a:off x="233743" y="483381"/>
            <a:ext cx="6213962" cy="135743"/>
          </a:xfrm>
        </p:spPr>
        <p:txBody>
          <a:bodyPr>
            <a:spAutoFit/>
          </a:bodyPr>
          <a:lstStyle>
            <a:lvl1pPr>
              <a:lnSpc>
                <a:spcPct val="98000"/>
              </a:lnSpc>
              <a:defRPr sz="900" b="0" i="0" cap="all" baseline="0">
                <a:solidFill>
                  <a:schemeClr val="bg2"/>
                </a:solidFill>
                <a:latin typeface="Rathbones Sans" pitchFamily="2" charset="0"/>
              </a:defRPr>
            </a:lvl1pPr>
          </a:lstStyle>
          <a:p>
            <a:pPr lvl="0"/>
            <a:r>
              <a:rPr lang="en-US"/>
              <a:t>Click to edit Master text styles</a:t>
            </a:r>
          </a:p>
        </p:txBody>
      </p:sp>
      <p:sp>
        <p:nvSpPr>
          <p:cNvPr id="17" name="Title 16">
            <a:extLst>
              <a:ext uri="{FF2B5EF4-FFF2-40B4-BE49-F238E27FC236}">
                <a16:creationId xmlns:a16="http://schemas.microsoft.com/office/drawing/2014/main" id="{6B320B95-4D7F-C2AC-C066-D7CA7D73F9E0}"/>
              </a:ext>
            </a:extLst>
          </p:cNvPr>
          <p:cNvSpPr>
            <a:spLocks noGrp="1"/>
          </p:cNvSpPr>
          <p:nvPr>
            <p:ph type="title"/>
          </p:nvPr>
        </p:nvSpPr>
        <p:spPr>
          <a:xfrm>
            <a:off x="229728" y="640924"/>
            <a:ext cx="6215517" cy="277290"/>
          </a:xfrm>
        </p:spPr>
        <p:txBody>
          <a:bodyPr/>
          <a:lstStyle/>
          <a:p>
            <a:r>
              <a:rPr lang="en-US"/>
              <a:t>Click to edit Master title style</a:t>
            </a:r>
            <a:endParaRPr lang="en-GB"/>
          </a:p>
        </p:txBody>
      </p:sp>
      <p:sp>
        <p:nvSpPr>
          <p:cNvPr id="21" name="Picture Placeholder 17">
            <a:extLst>
              <a:ext uri="{FF2B5EF4-FFF2-40B4-BE49-F238E27FC236}">
                <a16:creationId xmlns:a16="http://schemas.microsoft.com/office/drawing/2014/main" id="{03D52BFF-9F7C-0A53-5FC8-B48DC523946D}"/>
              </a:ext>
            </a:extLst>
          </p:cNvPr>
          <p:cNvSpPr>
            <a:spLocks noGrp="1"/>
          </p:cNvSpPr>
          <p:nvPr>
            <p:ph type="pic" sz="quarter" idx="26"/>
          </p:nvPr>
        </p:nvSpPr>
        <p:spPr>
          <a:xfrm>
            <a:off x="6682303" y="3990670"/>
            <a:ext cx="2990866" cy="2169853"/>
          </a:xfrm>
        </p:spPr>
        <p:txBody>
          <a:bodyPr>
            <a:noAutofit/>
          </a:bodyPr>
          <a:lstStyle>
            <a:lvl1pPr>
              <a:defRPr sz="1050"/>
            </a:lvl1pPr>
          </a:lstStyle>
          <a:p>
            <a:r>
              <a:rPr lang="en-US"/>
              <a:t>Click icon to add picture</a:t>
            </a:r>
            <a:endParaRPr lang="en-GB"/>
          </a:p>
        </p:txBody>
      </p:sp>
    </p:spTree>
    <p:extLst>
      <p:ext uri="{BB962C8B-B14F-4D97-AF65-F5344CB8AC3E}">
        <p14:creationId xmlns:p14="http://schemas.microsoft.com/office/powerpoint/2010/main" val="36060315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content and 4 Images">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2188" y="3884382"/>
            <a:ext cx="9440981" cy="215059"/>
          </a:xfrm>
        </p:spPr>
        <p:txBody>
          <a:bodyPr/>
          <a:lstStyle>
            <a:lvl1pPr algn="l">
              <a:lnSpc>
                <a:spcPct val="103000"/>
              </a:lnSpc>
              <a:defRPr sz="1400">
                <a:solidFill>
                  <a:schemeClr val="bg1"/>
                </a:solidFill>
              </a:defRPr>
            </a:lvl1pPr>
          </a:lstStyle>
          <a:p>
            <a:r>
              <a:rPr lang="en-US"/>
              <a:t>Click to edit Master title style</a:t>
            </a:r>
            <a:endParaRPr lang="en-US" dirty="0"/>
          </a:p>
        </p:txBody>
      </p:sp>
      <p:sp>
        <p:nvSpPr>
          <p:cNvPr id="11" name="Text Placeholder 7">
            <a:extLst>
              <a:ext uri="{FF2B5EF4-FFF2-40B4-BE49-F238E27FC236}">
                <a16:creationId xmlns:a16="http://schemas.microsoft.com/office/drawing/2014/main" id="{05DE8709-DC01-2B94-BF86-6A3CB2BBF2BC}"/>
              </a:ext>
            </a:extLst>
          </p:cNvPr>
          <p:cNvSpPr>
            <a:spLocks noGrp="1"/>
          </p:cNvSpPr>
          <p:nvPr>
            <p:ph type="body" sz="quarter" idx="20"/>
          </p:nvPr>
        </p:nvSpPr>
        <p:spPr>
          <a:xfrm>
            <a:off x="232188" y="4247020"/>
            <a:ext cx="3223529" cy="767005"/>
          </a:xfrm>
        </p:spPr>
        <p:txBody>
          <a:bodyPr/>
          <a:lstStyle>
            <a:lvl1pPr>
              <a:lnSpc>
                <a:spcPct val="101000"/>
              </a:lnSpc>
              <a:defRPr sz="1200" b="0" cap="all" spc="-15" baseline="0">
                <a:solidFill>
                  <a:schemeClr val="bg1"/>
                </a:solidFill>
                <a:latin typeface="+mn-lt"/>
              </a:defRPr>
            </a:lvl1pPr>
            <a:lvl2pPr>
              <a:lnSpc>
                <a:spcPct val="101000"/>
              </a:lnSpc>
              <a:spcAft>
                <a:spcPts val="0"/>
              </a:spcAft>
              <a:defRPr sz="1200" spc="-15" baseline="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6809BFA8-E877-745D-1049-FB981BE6C864}"/>
              </a:ext>
            </a:extLst>
          </p:cNvPr>
          <p:cNvSpPr>
            <a:spLocks noGrp="1"/>
          </p:cNvSpPr>
          <p:nvPr>
            <p:ph type="body" sz="quarter" idx="21"/>
          </p:nvPr>
        </p:nvSpPr>
        <p:spPr>
          <a:xfrm>
            <a:off x="5072603" y="4247020"/>
            <a:ext cx="2182596" cy="953531"/>
          </a:xfrm>
        </p:spPr>
        <p:txBody>
          <a:bodyPr/>
          <a:lstStyle>
            <a:lvl1pPr>
              <a:lnSpc>
                <a:spcPct val="101000"/>
              </a:lnSpc>
              <a:defRPr sz="1200" b="0" cap="all" spc="-15" baseline="0">
                <a:solidFill>
                  <a:schemeClr val="bg1"/>
                </a:solidFill>
                <a:latin typeface="+mn-lt"/>
              </a:defRPr>
            </a:lvl1pPr>
            <a:lvl2pPr>
              <a:lnSpc>
                <a:spcPct val="101000"/>
              </a:lnSpc>
              <a:spcAft>
                <a:spcPts val="0"/>
              </a:spcAft>
              <a:defRPr sz="1200" spc="-15" baseline="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7">
            <a:extLst>
              <a:ext uri="{FF2B5EF4-FFF2-40B4-BE49-F238E27FC236}">
                <a16:creationId xmlns:a16="http://schemas.microsoft.com/office/drawing/2014/main" id="{DEE47733-95D5-9949-D7B6-E8DAFF1FD15B}"/>
              </a:ext>
            </a:extLst>
          </p:cNvPr>
          <p:cNvSpPr>
            <a:spLocks noGrp="1"/>
          </p:cNvSpPr>
          <p:nvPr>
            <p:ph type="body" sz="quarter" idx="22"/>
          </p:nvPr>
        </p:nvSpPr>
        <p:spPr>
          <a:xfrm>
            <a:off x="7492812" y="4247020"/>
            <a:ext cx="2182596" cy="953531"/>
          </a:xfrm>
        </p:spPr>
        <p:txBody>
          <a:bodyPr/>
          <a:lstStyle>
            <a:lvl1pPr>
              <a:lnSpc>
                <a:spcPct val="101000"/>
              </a:lnSpc>
              <a:defRPr sz="1200" b="0" cap="all" spc="-15" baseline="0">
                <a:solidFill>
                  <a:schemeClr val="bg1"/>
                </a:solidFill>
                <a:latin typeface="+mn-lt"/>
              </a:defRPr>
            </a:lvl1pPr>
            <a:lvl2pPr>
              <a:lnSpc>
                <a:spcPct val="101000"/>
              </a:lnSpc>
              <a:spcAft>
                <a:spcPts val="0"/>
              </a:spcAft>
              <a:defRPr sz="1200" spc="-15" baseline="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
            <a:extLst>
              <a:ext uri="{FF2B5EF4-FFF2-40B4-BE49-F238E27FC236}">
                <a16:creationId xmlns:a16="http://schemas.microsoft.com/office/drawing/2014/main" id="{FB009058-A147-1262-CF29-6AE0B8207989}"/>
              </a:ext>
            </a:extLst>
          </p:cNvPr>
          <p:cNvPicPr>
            <a:picLocks noChangeAspect="1"/>
          </p:cNvPicPr>
          <p:nvPr userDrawn="1"/>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2188" y="6401409"/>
            <a:ext cx="849750" cy="223117"/>
          </a:xfrm>
          <a:prstGeom prst="rect">
            <a:avLst/>
          </a:prstGeom>
        </p:spPr>
      </p:pic>
      <p:pic>
        <p:nvPicPr>
          <p:cNvPr id="7" name="Graphic 6">
            <a:extLst>
              <a:ext uri="{FF2B5EF4-FFF2-40B4-BE49-F238E27FC236}">
                <a16:creationId xmlns:a16="http://schemas.microsoft.com/office/drawing/2014/main" id="{3A2A668B-635F-A583-2952-C028BB7AA86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50563" y="363594"/>
            <a:ext cx="1804230" cy="196192"/>
          </a:xfrm>
          <a:prstGeom prst="rect">
            <a:avLst/>
          </a:prstGeom>
        </p:spPr>
      </p:pic>
    </p:spTree>
    <p:extLst>
      <p:ext uri="{BB962C8B-B14F-4D97-AF65-F5344CB8AC3E}">
        <p14:creationId xmlns:p14="http://schemas.microsoft.com/office/powerpoint/2010/main" val="347260560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9728" y="640923"/>
            <a:ext cx="6215517" cy="566309"/>
          </a:xfrm>
          <a:prstGeom prst="rect">
            <a:avLst/>
          </a:prstGeom>
        </p:spPr>
        <p:txBody>
          <a:bodyPr vert="horz" wrap="square" lIns="0" tIns="0" rIns="0" bIns="0" rtlCol="0" anchor="t">
            <a:sp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233743" y="1595169"/>
            <a:ext cx="6213962" cy="72045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32188" y="200885"/>
            <a:ext cx="6215517" cy="119927"/>
          </a:xfrm>
          <a:prstGeom prst="rect">
            <a:avLst/>
          </a:prstGeom>
        </p:spPr>
        <p:txBody>
          <a:bodyPr vert="horz" wrap="square" lIns="0" tIns="0" rIns="0" bIns="0" rtlCol="0" anchor="t">
            <a:spAutoFit/>
          </a:bodyPr>
          <a:lstStyle>
            <a:lvl1pPr algn="l">
              <a:lnSpc>
                <a:spcPct val="98000"/>
              </a:lnSpc>
              <a:defRPr sz="800">
                <a:solidFill>
                  <a:schemeClr val="tx1"/>
                </a:solidFill>
              </a:defRPr>
            </a:lvl1pPr>
          </a:lstStyle>
          <a:p>
            <a:r>
              <a:rPr lang="en-GB"/>
              <a:t>Rathbones Asset Management | Rathbone UK Opportunities Fund</a:t>
            </a:r>
            <a:endParaRPr lang="en-GB" dirty="0"/>
          </a:p>
        </p:txBody>
      </p:sp>
      <p:sp>
        <p:nvSpPr>
          <p:cNvPr id="6" name="Slide Number Placeholder 5"/>
          <p:cNvSpPr>
            <a:spLocks noGrp="1"/>
          </p:cNvSpPr>
          <p:nvPr>
            <p:ph type="sldNum" sz="quarter" idx="4"/>
          </p:nvPr>
        </p:nvSpPr>
        <p:spPr>
          <a:xfrm>
            <a:off x="9099797" y="200884"/>
            <a:ext cx="573373" cy="120674"/>
          </a:xfrm>
          <a:prstGeom prst="rect">
            <a:avLst/>
          </a:prstGeom>
        </p:spPr>
        <p:txBody>
          <a:bodyPr vert="horz" wrap="square" lIns="0" tIns="0" rIns="0" bIns="0" rtlCol="0" anchor="t">
            <a:spAutoFit/>
          </a:bodyPr>
          <a:lstStyle>
            <a:lvl1pPr algn="r">
              <a:lnSpc>
                <a:spcPct val="98000"/>
              </a:lnSpc>
              <a:defRPr sz="800">
                <a:solidFill>
                  <a:schemeClr val="tx1"/>
                </a:solidFill>
              </a:defRPr>
            </a:lvl1pPr>
          </a:lstStyle>
          <a:p>
            <a:fld id="{91D568E7-61F5-D04E-995D-81EF41C01A2A}" type="slidenum">
              <a:rPr lang="en-GB" smtClean="0"/>
              <a:pPr/>
              <a:t>‹#›</a:t>
            </a:fld>
            <a:endParaRPr lang="en-GB" dirty="0"/>
          </a:p>
        </p:txBody>
      </p:sp>
    </p:spTree>
    <p:extLst>
      <p:ext uri="{BB962C8B-B14F-4D97-AF65-F5344CB8AC3E}">
        <p14:creationId xmlns:p14="http://schemas.microsoft.com/office/powerpoint/2010/main" val="25498833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94" r:id="rId6"/>
    <p:sldLayoutId id="2147483795" r:id="rId7"/>
    <p:sldLayoutId id="2147483793"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91" r:id="rId20"/>
    <p:sldLayoutId id="2147483772" r:id="rId21"/>
    <p:sldLayoutId id="2147483773" r:id="rId22"/>
    <p:sldLayoutId id="2147483774" r:id="rId23"/>
    <p:sldLayoutId id="2147483775" r:id="rId24"/>
    <p:sldLayoutId id="2147483776" r:id="rId25"/>
    <p:sldLayoutId id="2147483777" r:id="rId26"/>
    <p:sldLayoutId id="2147483778" r:id="rId27"/>
    <p:sldLayoutId id="2147483792" r:id="rId28"/>
    <p:sldLayoutId id="2147483779" r:id="rId29"/>
    <p:sldLayoutId id="2147483780" r:id="rId30"/>
    <p:sldLayoutId id="2147483781" r:id="rId31"/>
    <p:sldLayoutId id="2147483782" r:id="rId32"/>
    <p:sldLayoutId id="2147483783" r:id="rId33"/>
    <p:sldLayoutId id="2147483784" r:id="rId34"/>
    <p:sldLayoutId id="2147483787" r:id="rId35"/>
    <p:sldLayoutId id="2147483786" r:id="rId36"/>
    <p:sldLayoutId id="2147483788" r:id="rId37"/>
  </p:sldLayoutIdLst>
  <p:hf hdr="0" dt="0"/>
  <p:txStyles>
    <p:titleStyle>
      <a:lvl1pPr algn="l" defTabSz="711913" rtl="0" eaLnBrk="1" latinLnBrk="0" hangingPunct="1">
        <a:lnSpc>
          <a:spcPct val="92000"/>
        </a:lnSpc>
        <a:spcBef>
          <a:spcPct val="0"/>
        </a:spcBef>
        <a:buNone/>
        <a:defRPr sz="2000" b="0" i="0" kern="1200" cap="all" baseline="0">
          <a:solidFill>
            <a:schemeClr val="bg2"/>
          </a:solidFill>
          <a:latin typeface="+mj-lt"/>
          <a:ea typeface="+mj-ea"/>
          <a:cs typeface="+mj-cs"/>
        </a:defRPr>
      </a:lvl1pPr>
    </p:titleStyle>
    <p:bodyStyle>
      <a:lvl1pPr marL="0" indent="0" algn="l" defTabSz="711913" rtl="0" eaLnBrk="1" latinLnBrk="0" hangingPunct="1">
        <a:lnSpc>
          <a:spcPct val="111000"/>
        </a:lnSpc>
        <a:spcBef>
          <a:spcPts val="0"/>
        </a:spcBef>
        <a:buFont typeface="Arial" panose="020B0604020202020204" pitchFamily="34" charset="0"/>
        <a:buNone/>
        <a:defRPr sz="1000" b="1" i="0" kern="1200">
          <a:solidFill>
            <a:schemeClr val="tx1"/>
          </a:solidFill>
          <a:latin typeface="Rathbones Sans" pitchFamily="2" charset="0"/>
          <a:ea typeface="+mn-ea"/>
          <a:cs typeface="+mn-cs"/>
        </a:defRPr>
      </a:lvl1pPr>
      <a:lvl2pPr marL="0" indent="0" algn="l" defTabSz="711913" rtl="0" eaLnBrk="1" latinLnBrk="0" hangingPunct="1">
        <a:lnSpc>
          <a:spcPct val="111000"/>
        </a:lnSpc>
        <a:spcBef>
          <a:spcPts val="0"/>
        </a:spcBef>
        <a:buFont typeface="Arial" panose="020B0604020202020204" pitchFamily="34" charset="0"/>
        <a:buNone/>
        <a:defRPr sz="1000" b="0" kern="120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8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8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7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p:bodyStyle>
    <p:otherStyle>
      <a:defPPr>
        <a:defRPr lang="en-US"/>
      </a:defPPr>
      <a:lvl1pPr marL="0" algn="l" defTabSz="711913" rtl="0" eaLnBrk="1" latinLnBrk="0" hangingPunct="1">
        <a:defRPr sz="1401" kern="1200">
          <a:solidFill>
            <a:schemeClr val="tx1"/>
          </a:solidFill>
          <a:latin typeface="+mn-lt"/>
          <a:ea typeface="+mn-ea"/>
          <a:cs typeface="+mn-cs"/>
        </a:defRPr>
      </a:lvl1pPr>
      <a:lvl2pPr marL="355957" algn="l" defTabSz="711913" rtl="0" eaLnBrk="1" latinLnBrk="0" hangingPunct="1">
        <a:defRPr sz="1401" kern="1200">
          <a:solidFill>
            <a:schemeClr val="tx1"/>
          </a:solidFill>
          <a:latin typeface="+mn-lt"/>
          <a:ea typeface="+mn-ea"/>
          <a:cs typeface="+mn-cs"/>
        </a:defRPr>
      </a:lvl2pPr>
      <a:lvl3pPr marL="711913" algn="l" defTabSz="711913" rtl="0" eaLnBrk="1" latinLnBrk="0" hangingPunct="1">
        <a:defRPr sz="1401" kern="1200">
          <a:solidFill>
            <a:schemeClr val="tx1"/>
          </a:solidFill>
          <a:latin typeface="+mn-lt"/>
          <a:ea typeface="+mn-ea"/>
          <a:cs typeface="+mn-cs"/>
        </a:defRPr>
      </a:lvl3pPr>
      <a:lvl4pPr marL="1067871" algn="l" defTabSz="711913" rtl="0" eaLnBrk="1" latinLnBrk="0" hangingPunct="1">
        <a:defRPr sz="1401" kern="1200">
          <a:solidFill>
            <a:schemeClr val="tx1"/>
          </a:solidFill>
          <a:latin typeface="+mn-lt"/>
          <a:ea typeface="+mn-ea"/>
          <a:cs typeface="+mn-cs"/>
        </a:defRPr>
      </a:lvl4pPr>
      <a:lvl5pPr marL="1423829" algn="l" defTabSz="711913" rtl="0" eaLnBrk="1" latinLnBrk="0" hangingPunct="1">
        <a:defRPr sz="1401" kern="1200">
          <a:solidFill>
            <a:schemeClr val="tx1"/>
          </a:solidFill>
          <a:latin typeface="+mn-lt"/>
          <a:ea typeface="+mn-ea"/>
          <a:cs typeface="+mn-cs"/>
        </a:defRPr>
      </a:lvl5pPr>
      <a:lvl6pPr marL="1779786" algn="l" defTabSz="711913" rtl="0" eaLnBrk="1" latinLnBrk="0" hangingPunct="1">
        <a:defRPr sz="1401" kern="1200">
          <a:solidFill>
            <a:schemeClr val="tx1"/>
          </a:solidFill>
          <a:latin typeface="+mn-lt"/>
          <a:ea typeface="+mn-ea"/>
          <a:cs typeface="+mn-cs"/>
        </a:defRPr>
      </a:lvl6pPr>
      <a:lvl7pPr marL="2135743" algn="l" defTabSz="711913" rtl="0" eaLnBrk="1" latinLnBrk="0" hangingPunct="1">
        <a:defRPr sz="1401" kern="1200">
          <a:solidFill>
            <a:schemeClr val="tx1"/>
          </a:solidFill>
          <a:latin typeface="+mn-lt"/>
          <a:ea typeface="+mn-ea"/>
          <a:cs typeface="+mn-cs"/>
        </a:defRPr>
      </a:lvl7pPr>
      <a:lvl8pPr marL="2491700" algn="l" defTabSz="711913" rtl="0" eaLnBrk="1" latinLnBrk="0" hangingPunct="1">
        <a:defRPr sz="1401" kern="1200">
          <a:solidFill>
            <a:schemeClr val="tx1"/>
          </a:solidFill>
          <a:latin typeface="+mn-lt"/>
          <a:ea typeface="+mn-ea"/>
          <a:cs typeface="+mn-cs"/>
        </a:defRPr>
      </a:lvl8pPr>
      <a:lvl9pPr marL="2847657" algn="l" defTabSz="711913" rtl="0" eaLnBrk="1" latinLnBrk="0" hangingPunct="1">
        <a:defRPr sz="1401" kern="1200">
          <a:solidFill>
            <a:schemeClr val="tx1"/>
          </a:solidFill>
          <a:latin typeface="+mn-lt"/>
          <a:ea typeface="+mn-ea"/>
          <a:cs typeface="+mn-cs"/>
        </a:defRPr>
      </a:lvl9pPr>
    </p:otherStyle>
  </p:txStyles>
  <p:extLst>
    <p:ext uri="{27BBF7A9-308A-43DC-89C8-2F10F3537804}">
      <p15:sldGuideLst xmlns:p15="http://schemas.microsoft.com/office/powerpoint/2012/main">
        <p15:guide id="87" orient="horz" pos="997" userDrawn="1">
          <p15:clr>
            <a:srgbClr val="F26B43"/>
          </p15:clr>
        </p15:guide>
        <p15:guide id="88" pos="3120" userDrawn="1">
          <p15:clr>
            <a:srgbClr val="F26B43"/>
          </p15:clr>
        </p15:guide>
        <p15:guide id="89" pos="507" userDrawn="1">
          <p15:clr>
            <a:srgbClr val="F26B43"/>
          </p15:clr>
        </p15:guide>
        <p15:guide id="90" pos="146" userDrawn="1">
          <p15:clr>
            <a:srgbClr val="F26B43"/>
          </p15:clr>
        </p15:guide>
        <p15:guide id="91" pos="654" userDrawn="1">
          <p15:clr>
            <a:srgbClr val="F26B43"/>
          </p15:clr>
        </p15:guide>
        <p15:guide id="92" pos="1015" userDrawn="1">
          <p15:clr>
            <a:srgbClr val="F26B43"/>
          </p15:clr>
        </p15:guide>
        <p15:guide id="93" pos="1161" userDrawn="1">
          <p15:clr>
            <a:srgbClr val="F26B43"/>
          </p15:clr>
        </p15:guide>
        <p15:guide id="94" pos="1524" userDrawn="1">
          <p15:clr>
            <a:srgbClr val="F26B43"/>
          </p15:clr>
        </p15:guide>
        <p15:guide id="95" pos="1669" userDrawn="1">
          <p15:clr>
            <a:srgbClr val="F26B43"/>
          </p15:clr>
        </p15:guide>
        <p15:guide id="96" pos="2031" userDrawn="1">
          <p15:clr>
            <a:srgbClr val="F26B43"/>
          </p15:clr>
        </p15:guide>
        <p15:guide id="97" pos="2177" userDrawn="1">
          <p15:clr>
            <a:srgbClr val="F26B43"/>
          </p15:clr>
        </p15:guide>
        <p15:guide id="98" pos="2538" userDrawn="1">
          <p15:clr>
            <a:srgbClr val="F26B43"/>
          </p15:clr>
        </p15:guide>
        <p15:guide id="99" pos="2685" userDrawn="1">
          <p15:clr>
            <a:srgbClr val="F26B43"/>
          </p15:clr>
        </p15:guide>
        <p15:guide id="100" pos="3047" userDrawn="1">
          <p15:clr>
            <a:srgbClr val="F26B43"/>
          </p15:clr>
        </p15:guide>
        <p15:guide id="101" pos="3193" userDrawn="1">
          <p15:clr>
            <a:srgbClr val="F26B43"/>
          </p15:clr>
        </p15:guide>
        <p15:guide id="102" pos="3554" userDrawn="1">
          <p15:clr>
            <a:srgbClr val="F26B43"/>
          </p15:clr>
        </p15:guide>
        <p15:guide id="103" pos="3700" userDrawn="1">
          <p15:clr>
            <a:srgbClr val="F26B43"/>
          </p15:clr>
        </p15:guide>
        <p15:guide id="104" pos="4062" userDrawn="1">
          <p15:clr>
            <a:srgbClr val="F26B43"/>
          </p15:clr>
        </p15:guide>
        <p15:guide id="105" pos="4208" userDrawn="1">
          <p15:clr>
            <a:srgbClr val="F26B43"/>
          </p15:clr>
        </p15:guide>
        <p15:guide id="106" pos="4570" userDrawn="1">
          <p15:clr>
            <a:srgbClr val="F26B43"/>
          </p15:clr>
        </p15:guide>
        <p15:guide id="107" pos="4716" userDrawn="1">
          <p15:clr>
            <a:srgbClr val="F26B43"/>
          </p15:clr>
        </p15:guide>
        <p15:guide id="108" pos="5078" userDrawn="1">
          <p15:clr>
            <a:srgbClr val="F26B43"/>
          </p15:clr>
        </p15:guide>
        <p15:guide id="109" pos="5223" userDrawn="1">
          <p15:clr>
            <a:srgbClr val="F26B43"/>
          </p15:clr>
        </p15:guide>
        <p15:guide id="110" pos="5586" userDrawn="1">
          <p15:clr>
            <a:srgbClr val="F26B43"/>
          </p15:clr>
        </p15:guide>
        <p15:guide id="111" pos="5732" userDrawn="1">
          <p15:clr>
            <a:srgbClr val="F26B43"/>
          </p15:clr>
        </p15:guide>
        <p15:guide id="112" pos="6093" userDrawn="1">
          <p15:clr>
            <a:srgbClr val="F26B43"/>
          </p15:clr>
        </p15:guide>
        <p15:guide id="114" orient="horz" pos="4169" userDrawn="1">
          <p15:clr>
            <a:srgbClr val="F26B43"/>
          </p15:clr>
        </p15:guide>
        <p15:guide id="115" orient="horz" pos="3881" userDrawn="1">
          <p15:clr>
            <a:srgbClr val="F26B43"/>
          </p15:clr>
        </p15:guide>
        <p15:guide id="116" orient="horz" pos="140" userDrawn="1">
          <p15:clr>
            <a:srgbClr val="F26B43"/>
          </p15:clr>
        </p15:guide>
        <p15:guide id="117" orient="horz" pos="397" userDrawn="1">
          <p15:clr>
            <a:srgbClr val="F26B43"/>
          </p15:clr>
        </p15:guide>
        <p15:guide id="118" orient="horz" pos="75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45_7B6C77CD.xml"/><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hyperlink" Target="https://www.rathbones.com/ri-glossary" TargetMode="External"/></Relationships>
</file>

<file path=ppt/slides/_rels/slide3.xml.rels><?xml version="1.0" encoding="UTF-8" standalone="yes"?>
<Relationships xmlns="http://schemas.openxmlformats.org/package/2006/relationships"><Relationship Id="rId3" Type="http://schemas.microsoft.com/office/2018/10/relationships/comments" Target="../comments/modernComment_148_3EF345C8.xml"/><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hyperlink" Target="https://www.rathbones.com/ri-glossar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16.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7629D9-209E-C0F6-A070-B5C86DB25DDB}"/>
              </a:ext>
            </a:extLst>
          </p:cNvPr>
          <p:cNvPicPr>
            <a:picLocks noChangeAspect="1"/>
          </p:cNvPicPr>
          <p:nvPr/>
        </p:nvPicPr>
        <p:blipFill rotWithShape="1">
          <a:blip r:embed="rId3"/>
          <a:srcRect l="16130" r="3248"/>
          <a:stretch/>
        </p:blipFill>
        <p:spPr>
          <a:xfrm>
            <a:off x="-1" y="-53340"/>
            <a:ext cx="9906000" cy="6911340"/>
          </a:xfrm>
          <a:prstGeom prst="rect">
            <a:avLst/>
          </a:prstGeom>
        </p:spPr>
      </p:pic>
      <p:pic>
        <p:nvPicPr>
          <p:cNvPr id="7" name="Graphic 6">
            <a:extLst>
              <a:ext uri="{FF2B5EF4-FFF2-40B4-BE49-F238E27FC236}">
                <a16:creationId xmlns:a16="http://schemas.microsoft.com/office/drawing/2014/main" id="{A415F048-B87E-44B2-8737-8EEC5A63BA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77782" y="396300"/>
            <a:ext cx="2147051" cy="233471"/>
          </a:xfrm>
          <a:prstGeom prst="rect">
            <a:avLst/>
          </a:prstGeom>
        </p:spPr>
      </p:pic>
      <p:pic>
        <p:nvPicPr>
          <p:cNvPr id="8" name="Graphic 7">
            <a:extLst>
              <a:ext uri="{FF2B5EF4-FFF2-40B4-BE49-F238E27FC236}">
                <a16:creationId xmlns:a16="http://schemas.microsoft.com/office/drawing/2014/main" id="{3421F624-6F67-4EB0-B2A6-2DD011E13AFF}"/>
              </a:ext>
            </a:extLst>
          </p:cNvPr>
          <p:cNvPicPr>
            <a:picLocks noChangeAspect="1"/>
          </p:cNvPicPr>
          <p:nvPr/>
        </p:nvPicPr>
        <p:blipFill>
          <a:blip r:embed="rId6"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4106" y="5731219"/>
            <a:ext cx="359755" cy="352077"/>
          </a:xfrm>
          <a:prstGeom prst="rect">
            <a:avLst/>
          </a:prstGeom>
        </p:spPr>
      </p:pic>
      <p:sp>
        <p:nvSpPr>
          <p:cNvPr id="11" name="TextBox 10">
            <a:extLst>
              <a:ext uri="{FF2B5EF4-FFF2-40B4-BE49-F238E27FC236}">
                <a16:creationId xmlns:a16="http://schemas.microsoft.com/office/drawing/2014/main" id="{5FF0500C-E11E-6E1A-CCB1-4B8D1FE7C6E5}"/>
              </a:ext>
            </a:extLst>
          </p:cNvPr>
          <p:cNvSpPr txBox="1"/>
          <p:nvPr/>
        </p:nvSpPr>
        <p:spPr>
          <a:xfrm>
            <a:off x="1971837" y="2413338"/>
            <a:ext cx="5962326" cy="2031325"/>
          </a:xfrm>
          <a:prstGeom prst="rect">
            <a:avLst/>
          </a:prstGeom>
          <a:noFill/>
        </p:spPr>
        <p:txBody>
          <a:bodyPr wrap="square">
            <a:spAutoFit/>
          </a:bodyPr>
          <a:lstStyle/>
          <a:p>
            <a:pPr algn="ctr">
              <a:spcAft>
                <a:spcPts val="1200"/>
              </a:spcAft>
            </a:pPr>
            <a:r>
              <a:rPr lang="en-GB" sz="3200" dirty="0">
                <a:solidFill>
                  <a:schemeClr val="bg1"/>
                </a:solidFill>
                <a:latin typeface="+mj-lt"/>
              </a:rPr>
              <a:t>RATHBONE </a:t>
            </a:r>
            <a:br>
              <a:rPr lang="en-GB" sz="3200" dirty="0">
                <a:solidFill>
                  <a:schemeClr val="bg1"/>
                </a:solidFill>
                <a:latin typeface="+mj-lt"/>
              </a:rPr>
            </a:br>
            <a:r>
              <a:rPr lang="en-GB" sz="3200" dirty="0">
                <a:solidFill>
                  <a:schemeClr val="bg1"/>
                </a:solidFill>
                <a:latin typeface="+mj-lt"/>
              </a:rPr>
              <a:t>UK OPPORTUNITIES FUND</a:t>
            </a:r>
          </a:p>
          <a:p>
            <a:pPr algn="ctr">
              <a:spcAft>
                <a:spcPts val="1200"/>
              </a:spcAft>
            </a:pPr>
            <a:r>
              <a:rPr lang="en-GB" sz="2400" dirty="0">
                <a:solidFill>
                  <a:schemeClr val="bg1"/>
                </a:solidFill>
                <a:latin typeface="Rathbones Sans"/>
              </a:rPr>
              <a:t>TCFD Product Report </a:t>
            </a:r>
          </a:p>
          <a:p>
            <a:pPr algn="ctr">
              <a:spcAft>
                <a:spcPts val="1200"/>
              </a:spcAft>
            </a:pPr>
            <a:r>
              <a:rPr lang="en-GB" sz="1800" dirty="0">
                <a:solidFill>
                  <a:srgbClr val="FF0000"/>
                </a:solidFill>
                <a:latin typeface="+mj-lt"/>
              </a:rPr>
              <a:t>XXX </a:t>
            </a:r>
            <a:r>
              <a:rPr lang="en-GB" sz="1800" dirty="0">
                <a:solidFill>
                  <a:schemeClr val="bg1"/>
                </a:solidFill>
                <a:latin typeface="+mj-lt"/>
              </a:rPr>
              <a:t>2025</a:t>
            </a:r>
            <a:endParaRPr lang="en-GB" sz="1600" dirty="0">
              <a:solidFill>
                <a:schemeClr val="bg1"/>
              </a:solidFill>
              <a:latin typeface="+mj-lt"/>
            </a:endParaRPr>
          </a:p>
        </p:txBody>
      </p:sp>
      <p:sp>
        <p:nvSpPr>
          <p:cNvPr id="18" name="Text Placeholder 5">
            <a:extLst>
              <a:ext uri="{FF2B5EF4-FFF2-40B4-BE49-F238E27FC236}">
                <a16:creationId xmlns:a16="http://schemas.microsoft.com/office/drawing/2014/main" id="{B7BC3528-D363-0469-8C24-72CAEE6AA44A}"/>
              </a:ext>
            </a:extLst>
          </p:cNvPr>
          <p:cNvSpPr txBox="1">
            <a:spLocks/>
          </p:cNvSpPr>
          <p:nvPr/>
        </p:nvSpPr>
        <p:spPr>
          <a:xfrm>
            <a:off x="231775" y="6354870"/>
            <a:ext cx="4097060" cy="298003"/>
          </a:xfrm>
          <a:prstGeom prst="rect">
            <a:avLst/>
          </a:prstGeom>
        </p:spPr>
        <p:txBody>
          <a:bodyPr vert="horz" wrap="square" lIns="0" tIns="0" rIns="0" bIns="0" rtlCol="0" anchor="b">
            <a:spAutoFit/>
          </a:bodyPr>
          <a:lstStyle>
            <a:lvl1pPr marL="0" indent="0" algn="l" defTabSz="784737" rtl="0" eaLnBrk="1" latinLnBrk="0" hangingPunct="1">
              <a:lnSpc>
                <a:spcPct val="101000"/>
              </a:lnSpc>
              <a:spcBef>
                <a:spcPts val="0"/>
              </a:spcBef>
              <a:buFont typeface="Arial" panose="020B0604020202020204" pitchFamily="34" charset="0"/>
              <a:buNone/>
              <a:defRPr sz="971" b="0" i="0" kern="1200" cap="none" spc="-9" baseline="0">
                <a:solidFill>
                  <a:schemeClr val="bg1"/>
                </a:solidFill>
                <a:latin typeface="+mn-lt"/>
                <a:ea typeface="+mn-ea"/>
                <a:cs typeface="+mn-cs"/>
              </a:defRPr>
            </a:lvl1pPr>
            <a:lvl2pPr marL="0" indent="0" algn="l" defTabSz="784737" rtl="0" eaLnBrk="1" latinLnBrk="0" hangingPunct="1">
              <a:lnSpc>
                <a:spcPct val="101000"/>
              </a:lnSpc>
              <a:spcBef>
                <a:spcPts val="0"/>
              </a:spcBef>
              <a:buFont typeface="Arial" panose="020B0604020202020204" pitchFamily="34" charset="0"/>
              <a:buNone/>
              <a:defRPr sz="971" b="0" kern="1200" cap="none" spc="-9" baseline="0">
                <a:solidFill>
                  <a:schemeClr val="bg1"/>
                </a:solidFill>
                <a:latin typeface="+mn-lt"/>
                <a:ea typeface="+mn-ea"/>
                <a:cs typeface="+mn-cs"/>
              </a:defRPr>
            </a:lvl2pPr>
            <a:lvl3pPr marL="0" indent="0" algn="l" defTabSz="784737"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84737"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84737" rtl="0" eaLnBrk="1" latinLnBrk="0" hangingPunct="1">
              <a:lnSpc>
                <a:spcPct val="98000"/>
              </a:lnSpc>
              <a:spcBef>
                <a:spcPts val="0"/>
              </a:spcBef>
              <a:buFont typeface="Arial" panose="020B0604020202020204" pitchFamily="34" charset="0"/>
              <a:buNone/>
              <a:defRPr sz="900" kern="1200">
                <a:solidFill>
                  <a:schemeClr val="tx1"/>
                </a:solidFill>
                <a:latin typeface="+mn-lt"/>
                <a:ea typeface="+mn-ea"/>
                <a:cs typeface="+mn-cs"/>
              </a:defRPr>
            </a:lvl5pPr>
            <a:lvl6pPr marL="193104" indent="-193104" algn="l" defTabSz="784737" rtl="0" eaLnBrk="1" latinLnBrk="0" hangingPunct="1">
              <a:lnSpc>
                <a:spcPct val="98000"/>
              </a:lnSpc>
              <a:spcBef>
                <a:spcPts val="0"/>
              </a:spcBef>
              <a:spcAft>
                <a:spcPts val="773"/>
              </a:spcAft>
              <a:buFont typeface="System Font Regular"/>
              <a:buChar char="—"/>
              <a:defRPr sz="1030" kern="1200">
                <a:solidFill>
                  <a:schemeClr val="tx1"/>
                </a:solidFill>
                <a:latin typeface="+mn-lt"/>
                <a:ea typeface="+mn-ea"/>
                <a:cs typeface="+mn-cs"/>
              </a:defRPr>
            </a:lvl6pPr>
            <a:lvl7pPr marL="154483" indent="-154483" algn="l" defTabSz="784737" rtl="0" eaLnBrk="1" latinLnBrk="0" hangingPunct="1">
              <a:lnSpc>
                <a:spcPct val="98000"/>
              </a:lnSpc>
              <a:spcBef>
                <a:spcPts val="0"/>
              </a:spcBef>
              <a:spcAft>
                <a:spcPts val="773"/>
              </a:spcAft>
              <a:buFont typeface="System Font Regular"/>
              <a:buChar char="—"/>
              <a:defRPr sz="773" kern="1200">
                <a:solidFill>
                  <a:schemeClr val="tx1"/>
                </a:solidFill>
                <a:latin typeface="+mn-lt"/>
                <a:ea typeface="+mn-ea"/>
                <a:cs typeface="+mn-cs"/>
              </a:defRPr>
            </a:lvl7pPr>
            <a:lvl8pPr marL="139035" indent="-139035" algn="l" defTabSz="784737" rtl="0" eaLnBrk="1" latinLnBrk="0" hangingPunct="1">
              <a:lnSpc>
                <a:spcPct val="98000"/>
              </a:lnSpc>
              <a:spcBef>
                <a:spcPts val="0"/>
              </a:spcBef>
              <a:spcAft>
                <a:spcPts val="773"/>
              </a:spcAft>
              <a:buFont typeface="System Font Regular"/>
              <a:buChar char="—"/>
              <a:defRPr sz="686" kern="1200">
                <a:solidFill>
                  <a:schemeClr val="tx1"/>
                </a:solidFill>
                <a:latin typeface="+mn-lt"/>
                <a:ea typeface="+mn-ea"/>
                <a:cs typeface="+mn-cs"/>
              </a:defRPr>
            </a:lvl8pPr>
            <a:lvl9pPr marL="0" indent="0" algn="l" defTabSz="784737" rtl="0" eaLnBrk="1" latinLnBrk="0" hangingPunct="1">
              <a:lnSpc>
                <a:spcPct val="98000"/>
              </a:lnSpc>
              <a:spcBef>
                <a:spcPts val="0"/>
              </a:spcBef>
              <a:buFont typeface="Arial" panose="020B0604020202020204" pitchFamily="34" charset="0"/>
              <a:buNone/>
              <a:defRPr sz="686" kern="1200">
                <a:solidFill>
                  <a:schemeClr val="tx1"/>
                </a:solidFill>
                <a:latin typeface="+mn-lt"/>
                <a:ea typeface="+mn-ea"/>
                <a:cs typeface="+mn-cs"/>
              </a:defRPr>
            </a:lvl9pPr>
          </a:lstStyle>
          <a:p>
            <a:br>
              <a:rPr lang="en-GB" dirty="0"/>
            </a:br>
            <a:r>
              <a:rPr lang="en-GB" dirty="0"/>
              <a:t>Rathbones Asset Management</a:t>
            </a:r>
          </a:p>
        </p:txBody>
      </p:sp>
    </p:spTree>
    <p:extLst>
      <p:ext uri="{BB962C8B-B14F-4D97-AF65-F5344CB8AC3E}">
        <p14:creationId xmlns:p14="http://schemas.microsoft.com/office/powerpoint/2010/main" val="2133515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AB126DD-5824-6A6D-ABB0-03EE46F9F485}"/>
              </a:ext>
            </a:extLst>
          </p:cNvPr>
          <p:cNvSpPr>
            <a:spLocks noGrp="1"/>
          </p:cNvSpPr>
          <p:nvPr>
            <p:ph type="ftr" sz="quarter" idx="11"/>
          </p:nvPr>
        </p:nvSpPr>
        <p:spPr/>
        <p:txBody>
          <a:bodyPr/>
          <a:lstStyle/>
          <a:p>
            <a:r>
              <a:rPr lang="en-GB"/>
              <a:t>Rathbones Asset Management | Rathbone UK Opportunities Fund</a:t>
            </a:r>
            <a:endParaRPr lang="en-GB" dirty="0"/>
          </a:p>
        </p:txBody>
      </p:sp>
      <p:sp>
        <p:nvSpPr>
          <p:cNvPr id="3" name="Slide Number Placeholder 2">
            <a:extLst>
              <a:ext uri="{FF2B5EF4-FFF2-40B4-BE49-F238E27FC236}">
                <a16:creationId xmlns:a16="http://schemas.microsoft.com/office/drawing/2014/main" id="{B26DAB22-7132-618B-B0E0-BEB23A59BE66}"/>
              </a:ext>
            </a:extLst>
          </p:cNvPr>
          <p:cNvSpPr>
            <a:spLocks noGrp="1"/>
          </p:cNvSpPr>
          <p:nvPr>
            <p:ph type="sldNum" sz="quarter" idx="12"/>
          </p:nvPr>
        </p:nvSpPr>
        <p:spPr/>
        <p:txBody>
          <a:bodyPr/>
          <a:lstStyle/>
          <a:p>
            <a:fld id="{91D568E7-61F5-D04E-995D-81EF41C01A2A}" type="slidenum">
              <a:rPr lang="en-GB" smtClean="0"/>
              <a:t>2</a:t>
            </a:fld>
            <a:endParaRPr lang="en-GB"/>
          </a:p>
        </p:txBody>
      </p:sp>
      <p:sp>
        <p:nvSpPr>
          <p:cNvPr id="4" name="Text Placeholder 3">
            <a:extLst>
              <a:ext uri="{FF2B5EF4-FFF2-40B4-BE49-F238E27FC236}">
                <a16:creationId xmlns:a16="http://schemas.microsoft.com/office/drawing/2014/main" id="{C8D06C1E-3276-07B3-97BD-04AA9275FDC5}"/>
              </a:ext>
            </a:extLst>
          </p:cNvPr>
          <p:cNvSpPr>
            <a:spLocks noGrp="1"/>
          </p:cNvSpPr>
          <p:nvPr>
            <p:ph type="body" sz="quarter" idx="13"/>
          </p:nvPr>
        </p:nvSpPr>
        <p:spPr>
          <a:xfrm>
            <a:off x="233740" y="1196976"/>
            <a:ext cx="9434013" cy="884858"/>
          </a:xfrm>
        </p:spPr>
        <p:txBody>
          <a:bodyPr/>
          <a:lstStyle/>
          <a:p>
            <a:pPr>
              <a:spcAft>
                <a:spcPts val="300"/>
              </a:spcAft>
            </a:pPr>
            <a:r>
              <a:rPr lang="en-GB" dirty="0">
                <a:latin typeface="Rathbones Sans Light"/>
                <a:ea typeface="+mn-lt"/>
                <a:cs typeface="+mn-lt"/>
              </a:rPr>
              <a:t>The purpose of this report is to provide you with a summary of  the possible impact of climate change, both the risks and opportunities, on the securities held within the fund. Reporting period </a:t>
            </a:r>
            <a:r>
              <a:rPr lang="en-GB" dirty="0">
                <a:solidFill>
                  <a:srgbClr val="FF0000"/>
                </a:solidFill>
                <a:latin typeface="Rathbones Sans Light"/>
                <a:ea typeface="+mn-lt"/>
                <a:cs typeface="+mn-lt"/>
              </a:rPr>
              <a:t>1st January 2023 to 31st December 2023</a:t>
            </a:r>
            <a:r>
              <a:rPr lang="en-GB" dirty="0">
                <a:latin typeface="Rathbones Sans Light"/>
                <a:ea typeface="+mn-lt"/>
                <a:cs typeface="+mn-lt"/>
              </a:rPr>
              <a:t>. </a:t>
            </a:r>
            <a:r>
              <a:rPr lang="en-GB" dirty="0">
                <a:solidFill>
                  <a:srgbClr val="FF0000"/>
                </a:solidFill>
                <a:latin typeface="Rathbones Sans Light"/>
                <a:ea typeface="+mn-lt"/>
                <a:cs typeface="+mn-lt"/>
              </a:rPr>
              <a:t>Calculation date 31st December 2023</a:t>
            </a:r>
            <a:r>
              <a:rPr lang="en-GB" dirty="0">
                <a:latin typeface="Rathbones Sans Light"/>
                <a:ea typeface="+mn-lt"/>
                <a:cs typeface="+mn-lt"/>
              </a:rPr>
              <a:t>.</a:t>
            </a:r>
          </a:p>
          <a:p>
            <a:pPr>
              <a:spcAft>
                <a:spcPts val="300"/>
              </a:spcAft>
            </a:pPr>
            <a:r>
              <a:rPr lang="en-GB" dirty="0">
                <a:latin typeface="Rathbones Sans Light"/>
                <a:ea typeface="+mn-lt"/>
                <a:cs typeface="+mn-lt"/>
              </a:rPr>
              <a:t>Rathbones’ approach to governance, strategy, risk management and Group / Entity level metrics can be found in the Group / Entity TCFD report. A glossary of terms used in this document can be found here - </a:t>
            </a:r>
            <a:r>
              <a:rPr lang="en-GB" dirty="0">
                <a:latin typeface="Rathbones Sans Light"/>
                <a:ea typeface="+mn-lt"/>
                <a:cs typeface="+mn-lt"/>
                <a:hlinkClick r:id="rId4"/>
              </a:rPr>
              <a:t>https://www.rathbones.com/ri-glossary</a:t>
            </a:r>
            <a:r>
              <a:rPr lang="en-GB" dirty="0">
                <a:latin typeface="Rathbones Sans Light"/>
                <a:ea typeface="+mn-lt"/>
                <a:cs typeface="+mn-lt"/>
              </a:rPr>
              <a:t>. The value of investments may increase or decrease due to the impact of climate change. Rathbones believes that there is sufficient data coverage to rely on these figures. </a:t>
            </a:r>
          </a:p>
        </p:txBody>
      </p:sp>
      <p:sp>
        <p:nvSpPr>
          <p:cNvPr id="8" name="Title 7">
            <a:extLst>
              <a:ext uri="{FF2B5EF4-FFF2-40B4-BE49-F238E27FC236}">
                <a16:creationId xmlns:a16="http://schemas.microsoft.com/office/drawing/2014/main" id="{EDE06C73-A365-05EF-38CB-8D5F77C637B6}"/>
              </a:ext>
            </a:extLst>
          </p:cNvPr>
          <p:cNvSpPr>
            <a:spLocks noGrp="1"/>
          </p:cNvSpPr>
          <p:nvPr>
            <p:ph type="title"/>
          </p:nvPr>
        </p:nvSpPr>
        <p:spPr>
          <a:xfrm>
            <a:off x="229728" y="640924"/>
            <a:ext cx="9438026" cy="283154"/>
          </a:xfrm>
        </p:spPr>
        <p:txBody>
          <a:bodyPr/>
          <a:lstStyle/>
          <a:p>
            <a:r>
              <a:rPr lang="en-GB" dirty="0"/>
              <a:t>your portfolio’s impact on climate change</a:t>
            </a:r>
          </a:p>
        </p:txBody>
      </p:sp>
      <p:graphicFrame>
        <p:nvGraphicFramePr>
          <p:cNvPr id="14" name="Table 13">
            <a:extLst>
              <a:ext uri="{FF2B5EF4-FFF2-40B4-BE49-F238E27FC236}">
                <a16:creationId xmlns:a16="http://schemas.microsoft.com/office/drawing/2014/main" id="{FE54CA14-D485-B49A-1D80-3BE50C9988DF}"/>
              </a:ext>
            </a:extLst>
          </p:cNvPr>
          <p:cNvGraphicFramePr>
            <a:graphicFrameLocks noGrp="1"/>
          </p:cNvGraphicFramePr>
          <p:nvPr>
            <p:extLst>
              <p:ext uri="{D42A27DB-BD31-4B8C-83A1-F6EECF244321}">
                <p14:modId xmlns:p14="http://schemas.microsoft.com/office/powerpoint/2010/main" val="269514782"/>
              </p:ext>
            </p:extLst>
          </p:nvPr>
        </p:nvGraphicFramePr>
        <p:xfrm>
          <a:off x="238247" y="2243123"/>
          <a:ext cx="4604400" cy="2159999"/>
        </p:xfrm>
        <a:graphic>
          <a:graphicData uri="http://schemas.openxmlformats.org/drawingml/2006/table">
            <a:tbl>
              <a:tblPr firstRow="1" bandRow="1">
                <a:tableStyleId>{5C22544A-7EE6-4342-B048-85BDC9FD1C3A}</a:tableStyleId>
              </a:tblPr>
              <a:tblGrid>
                <a:gridCol w="1151100">
                  <a:extLst>
                    <a:ext uri="{9D8B030D-6E8A-4147-A177-3AD203B41FA5}">
                      <a16:colId xmlns:a16="http://schemas.microsoft.com/office/drawing/2014/main" val="1960428757"/>
                    </a:ext>
                  </a:extLst>
                </a:gridCol>
                <a:gridCol w="1151100">
                  <a:extLst>
                    <a:ext uri="{9D8B030D-6E8A-4147-A177-3AD203B41FA5}">
                      <a16:colId xmlns:a16="http://schemas.microsoft.com/office/drawing/2014/main" val="1870137346"/>
                    </a:ext>
                  </a:extLst>
                </a:gridCol>
                <a:gridCol w="1151100">
                  <a:extLst>
                    <a:ext uri="{9D8B030D-6E8A-4147-A177-3AD203B41FA5}">
                      <a16:colId xmlns:a16="http://schemas.microsoft.com/office/drawing/2014/main" val="3508576809"/>
                    </a:ext>
                  </a:extLst>
                </a:gridCol>
                <a:gridCol w="1151100">
                  <a:extLst>
                    <a:ext uri="{9D8B030D-6E8A-4147-A177-3AD203B41FA5}">
                      <a16:colId xmlns:a16="http://schemas.microsoft.com/office/drawing/2014/main" val="780378819"/>
                    </a:ext>
                  </a:extLst>
                </a:gridCol>
              </a:tblGrid>
              <a:tr h="275714">
                <a:tc gridSpan="4">
                  <a:txBody>
                    <a:bodyPr/>
                    <a:lstStyle/>
                    <a:p>
                      <a:pPr algn="ctr"/>
                      <a:r>
                        <a:rPr lang="en-GB" sz="1000" b="0" kern="1200" dirty="0">
                          <a:solidFill>
                            <a:schemeClr val="lt1"/>
                          </a:solidFill>
                          <a:latin typeface="+mj-lt"/>
                          <a:ea typeface="+mn-ea"/>
                          <a:cs typeface="+mn-cs"/>
                        </a:rPr>
                        <a:t>WEIGHTED AVERAGE CARBON INTENSITY (WACI)</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41640"/>
                    </a:solidFill>
                  </a:tcPr>
                </a:tc>
                <a:tc hMerge="1">
                  <a:txBody>
                    <a:bodyPr/>
                    <a:lstStyle/>
                    <a:p>
                      <a:endParaRPr lang="en-GB"/>
                    </a:p>
                  </a:txBody>
                  <a:tcPr/>
                </a:tc>
                <a:tc hMerge="1">
                  <a:txBody>
                    <a:bodyPr/>
                    <a:lstStyle/>
                    <a:p>
                      <a:endParaRPr lang="en-GB"/>
                    </a:p>
                  </a:txBody>
                  <a:tcPr>
                    <a:lnL w="12700" cmpd="sng">
                      <a:noFill/>
                    </a:lnL>
                  </a:tcPr>
                </a:tc>
                <a:tc hMerge="1">
                  <a:txBody>
                    <a:bodyPr/>
                    <a:lstStyle/>
                    <a:p>
                      <a:pPr algn="ctr"/>
                      <a:endParaRPr lang="en-GB" sz="1000" b="0" kern="1200" dirty="0">
                        <a:solidFill>
                          <a:schemeClr val="lt1"/>
                        </a:solidFill>
                        <a:latin typeface="+mj-lt"/>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41640"/>
                    </a:solidFill>
                  </a:tcPr>
                </a:tc>
                <a:extLst>
                  <a:ext uri="{0D108BD9-81ED-4DB2-BD59-A6C34878D82A}">
                    <a16:rowId xmlns:a16="http://schemas.microsoft.com/office/drawing/2014/main" val="127328458"/>
                  </a:ext>
                </a:extLst>
              </a:tr>
              <a:tr h="546683">
                <a:tc gridSpan="4">
                  <a:txBody>
                    <a:bodyPr/>
                    <a:lstStyle/>
                    <a:p>
                      <a:pPr algn="ctr"/>
                      <a:r>
                        <a:rPr lang="en-GB" sz="900" b="0" dirty="0">
                          <a:solidFill>
                            <a:srgbClr val="000000"/>
                          </a:solidFill>
                          <a:latin typeface="+mn-lt"/>
                        </a:rPr>
                        <a:t>The carbon intensity of the fund weighted by the amount invested in each company, which serve as a measurement of emissions performance of the fund (for Scope 1+ Scope 2). This is calculated in tonnes CO</a:t>
                      </a:r>
                      <a:r>
                        <a:rPr lang="en-GB" sz="900" b="0" baseline="-25000" dirty="0">
                          <a:solidFill>
                            <a:srgbClr val="000000"/>
                          </a:solidFill>
                          <a:latin typeface="+mn-lt"/>
                        </a:rPr>
                        <a:t>2</a:t>
                      </a:r>
                      <a:r>
                        <a:rPr lang="en-GB" sz="900" b="0" dirty="0">
                          <a:solidFill>
                            <a:srgbClr val="000000"/>
                          </a:solidFill>
                          <a:latin typeface="+mn-lt"/>
                        </a:rPr>
                        <a:t>e divided by £M sales.</a:t>
                      </a:r>
                    </a:p>
                  </a:txBody>
                  <a:tcPr marL="36000" marR="36000" marT="36000" marB="36000">
                    <a:lnT w="38100" cmpd="sng">
                      <a:noFill/>
                    </a:lnT>
                    <a:lnB w="6350" cap="flat" cmpd="sng" algn="ctr">
                      <a:solidFill>
                        <a:schemeClr val="bg1">
                          <a:lumMod val="75000"/>
                        </a:schemeClr>
                      </a:solidFill>
                      <a:prstDash val="solid"/>
                      <a:round/>
                      <a:headEnd type="none" w="med" len="med"/>
                      <a:tailEnd type="none" w="med" len="med"/>
                    </a:lnB>
                    <a:noFill/>
                  </a:tcPr>
                </a:tc>
                <a:tc hMerge="1">
                  <a:txBody>
                    <a:bodyPr/>
                    <a:lstStyle/>
                    <a:p>
                      <a:endParaRPr lang="en-GB"/>
                    </a:p>
                  </a:txBody>
                  <a:tcPr/>
                </a:tc>
                <a:tc hMerge="1">
                  <a:txBody>
                    <a:bodyPr/>
                    <a:lstStyle/>
                    <a:p>
                      <a:endParaRPr lang="en-GB" dirty="0"/>
                    </a:p>
                  </a:txBody>
                  <a:tcPr/>
                </a:tc>
                <a:tc hMerge="1">
                  <a:txBody>
                    <a:bodyPr/>
                    <a:lstStyle/>
                    <a:p>
                      <a:pPr algn="ctr"/>
                      <a:endParaRPr lang="en-GB" sz="900" b="0" dirty="0">
                        <a:solidFill>
                          <a:srgbClr val="000000"/>
                        </a:solidFill>
                        <a:latin typeface="+mn-lt"/>
                      </a:endParaRPr>
                    </a:p>
                  </a:txBody>
                  <a:tcPr marL="36000" marR="36000" marT="36000" marB="36000">
                    <a:lnT w="38100" cmpd="sng">
                      <a:noFill/>
                    </a:lnT>
                    <a:noFill/>
                  </a:tcPr>
                </a:tc>
                <a:extLst>
                  <a:ext uri="{0D108BD9-81ED-4DB2-BD59-A6C34878D82A}">
                    <a16:rowId xmlns:a16="http://schemas.microsoft.com/office/drawing/2014/main" val="3537963469"/>
                  </a:ext>
                </a:extLst>
              </a:tr>
              <a:tr h="275714">
                <a:tc gridSpan="2">
                  <a:txBody>
                    <a:bodyPr/>
                    <a:lstStyle/>
                    <a:p>
                      <a:pPr algn="ctr"/>
                      <a:r>
                        <a:rPr lang="en-GB" sz="1000" dirty="0">
                          <a:solidFill>
                            <a:schemeClr val="bg1"/>
                          </a:solidFill>
                          <a:latin typeface="+mj-lt"/>
                        </a:rPr>
                        <a:t>2023</a:t>
                      </a:r>
                    </a:p>
                  </a:txBody>
                  <a:tcPr>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41640">
                        <a:alpha val="40000"/>
                      </a:srgbClr>
                    </a:solidFill>
                  </a:tcPr>
                </a:tc>
                <a:tc hMerge="1">
                  <a:txBody>
                    <a:bodyPr/>
                    <a:lstStyle/>
                    <a:p>
                      <a:pPr algn="ctr"/>
                      <a:endParaRPr lang="en-GB" sz="1000" dirty="0">
                        <a:solidFill>
                          <a:schemeClr val="bg1"/>
                        </a:solidFill>
                        <a:latin typeface="+mj-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41640">
                        <a:alpha val="40000"/>
                      </a:srgbClr>
                    </a:solidFill>
                  </a:tcPr>
                </a:tc>
                <a:tc gridSpan="2">
                  <a:txBody>
                    <a:bodyPr/>
                    <a:lstStyle/>
                    <a:p>
                      <a:pPr algn="ctr"/>
                      <a:r>
                        <a:rPr lang="en-GB" sz="1000" dirty="0">
                          <a:solidFill>
                            <a:schemeClr val="bg1"/>
                          </a:solidFill>
                          <a:latin typeface="+mj-lt"/>
                        </a:rPr>
                        <a:t>2024</a:t>
                      </a:r>
                    </a:p>
                  </a:txBody>
                  <a:tcPr>
                    <a:lnL w="3175" cap="flat" cmpd="sng" algn="ctr">
                      <a:solidFill>
                        <a:schemeClr val="tx1"/>
                      </a:solidFill>
                      <a:prstDash val="solid"/>
                      <a:round/>
                      <a:headEnd type="none" w="med" len="med"/>
                      <a:tailEnd type="none" w="med" len="med"/>
                    </a:lnL>
                    <a:lnB w="6350" cap="flat" cmpd="sng" algn="ctr">
                      <a:solidFill>
                        <a:schemeClr val="bg1">
                          <a:lumMod val="75000"/>
                        </a:schemeClr>
                      </a:solidFill>
                      <a:prstDash val="solid"/>
                      <a:round/>
                      <a:headEnd type="none" w="med" len="med"/>
                      <a:tailEnd type="none" w="med" len="med"/>
                    </a:lnB>
                    <a:solidFill>
                      <a:srgbClr val="041640">
                        <a:alpha val="69804"/>
                      </a:srgbClr>
                    </a:solidFill>
                  </a:tcPr>
                </a:tc>
                <a:tc hMerge="1">
                  <a:txBody>
                    <a:bodyPr/>
                    <a:lstStyle/>
                    <a:p>
                      <a:pPr algn="ctr"/>
                      <a:endParaRPr lang="en-GB" sz="1000" dirty="0">
                        <a:solidFill>
                          <a:schemeClr val="bg1"/>
                        </a:solidFill>
                        <a:latin typeface="+mj-lt"/>
                      </a:endParaRPr>
                    </a:p>
                  </a:txBody>
                  <a:tcPr>
                    <a:lnL w="3175" cap="flat" cmpd="sng" algn="ctr">
                      <a:solidFill>
                        <a:schemeClr val="tx1"/>
                      </a:solidFill>
                      <a:prstDash val="solid"/>
                      <a:round/>
                      <a:headEnd type="none" w="med" len="med"/>
                      <a:tailEnd type="none" w="med" len="med"/>
                    </a:lnL>
                    <a:lnB w="6350" cap="flat" cmpd="sng" algn="ctr">
                      <a:solidFill>
                        <a:schemeClr val="bg1">
                          <a:lumMod val="75000"/>
                        </a:schemeClr>
                      </a:solidFill>
                      <a:prstDash val="solid"/>
                      <a:round/>
                      <a:headEnd type="none" w="med" len="med"/>
                      <a:tailEnd type="none" w="med" len="med"/>
                    </a:lnB>
                    <a:solidFill>
                      <a:srgbClr val="041640">
                        <a:alpha val="69804"/>
                      </a:srgbClr>
                    </a:solidFill>
                  </a:tcPr>
                </a:tc>
                <a:extLst>
                  <a:ext uri="{0D108BD9-81ED-4DB2-BD59-A6C34878D82A}">
                    <a16:rowId xmlns:a16="http://schemas.microsoft.com/office/drawing/2014/main" val="433503346"/>
                  </a:ext>
                </a:extLst>
              </a:tr>
              <a:tr h="695533">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66.8</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CO2e/£M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99736773"/>
                  </a:ext>
                </a:extLst>
              </a:tr>
              <a:tr h="366355">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67%</a:t>
                      </a:r>
                    </a:p>
                  </a:txBody>
                  <a:tcPr marL="36000" marR="36000" marT="18000" marB="18000">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Benchmark name:</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Benchmark name:</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9436954"/>
                  </a:ext>
                </a:extLst>
              </a:tr>
            </a:tbl>
          </a:graphicData>
        </a:graphic>
      </p:graphicFrame>
      <p:graphicFrame>
        <p:nvGraphicFramePr>
          <p:cNvPr id="15" name="Table 14">
            <a:extLst>
              <a:ext uri="{FF2B5EF4-FFF2-40B4-BE49-F238E27FC236}">
                <a16:creationId xmlns:a16="http://schemas.microsoft.com/office/drawing/2014/main" id="{C1E88CEF-BD6A-07E6-04D2-8FB6DAEFF398}"/>
              </a:ext>
            </a:extLst>
          </p:cNvPr>
          <p:cNvGraphicFramePr>
            <a:graphicFrameLocks noGrp="1"/>
          </p:cNvGraphicFramePr>
          <p:nvPr>
            <p:extLst>
              <p:ext uri="{D42A27DB-BD31-4B8C-83A1-F6EECF244321}">
                <p14:modId xmlns:p14="http://schemas.microsoft.com/office/powerpoint/2010/main" val="664436862"/>
              </p:ext>
            </p:extLst>
          </p:nvPr>
        </p:nvGraphicFramePr>
        <p:xfrm>
          <a:off x="5069912" y="2243123"/>
          <a:ext cx="4604400" cy="2160000"/>
        </p:xfrm>
        <a:graphic>
          <a:graphicData uri="http://schemas.openxmlformats.org/drawingml/2006/table">
            <a:tbl>
              <a:tblPr firstRow="1" bandRow="1">
                <a:tableStyleId>{5C22544A-7EE6-4342-B048-85BDC9FD1C3A}</a:tableStyleId>
              </a:tblPr>
              <a:tblGrid>
                <a:gridCol w="1151100">
                  <a:extLst>
                    <a:ext uri="{9D8B030D-6E8A-4147-A177-3AD203B41FA5}">
                      <a16:colId xmlns:a16="http://schemas.microsoft.com/office/drawing/2014/main" val="1960428757"/>
                    </a:ext>
                  </a:extLst>
                </a:gridCol>
                <a:gridCol w="1151100">
                  <a:extLst>
                    <a:ext uri="{9D8B030D-6E8A-4147-A177-3AD203B41FA5}">
                      <a16:colId xmlns:a16="http://schemas.microsoft.com/office/drawing/2014/main" val="3280348799"/>
                    </a:ext>
                  </a:extLst>
                </a:gridCol>
                <a:gridCol w="1151100">
                  <a:extLst>
                    <a:ext uri="{9D8B030D-6E8A-4147-A177-3AD203B41FA5}">
                      <a16:colId xmlns:a16="http://schemas.microsoft.com/office/drawing/2014/main" val="3508576809"/>
                    </a:ext>
                  </a:extLst>
                </a:gridCol>
                <a:gridCol w="1151100">
                  <a:extLst>
                    <a:ext uri="{9D8B030D-6E8A-4147-A177-3AD203B41FA5}">
                      <a16:colId xmlns:a16="http://schemas.microsoft.com/office/drawing/2014/main" val="2359495622"/>
                    </a:ext>
                  </a:extLst>
                </a:gridCol>
              </a:tblGrid>
              <a:tr h="275873">
                <a:tc gridSpan="4">
                  <a:txBody>
                    <a:bodyPr/>
                    <a:lstStyle/>
                    <a:p>
                      <a:pPr algn="ctr"/>
                      <a:r>
                        <a:rPr lang="en-GB" sz="1000" b="0" kern="1200" dirty="0">
                          <a:solidFill>
                            <a:schemeClr val="lt1"/>
                          </a:solidFill>
                          <a:latin typeface="+mj-lt"/>
                          <a:ea typeface="+mn-ea"/>
                          <a:cs typeface="+mn-cs"/>
                        </a:rPr>
                        <a:t>TOTAL CARBON FOOTPRINT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hMerge="1">
                  <a:txBody>
                    <a:bodyPr/>
                    <a:lstStyle/>
                    <a:p>
                      <a:endParaRPr lang="en-GB"/>
                    </a:p>
                  </a:txBody>
                  <a:tcPr/>
                </a:tc>
                <a:tc hMerge="1">
                  <a:txBody>
                    <a:bodyPr/>
                    <a:lstStyle/>
                    <a:p>
                      <a:endParaRPr lang="en-GB"/>
                    </a:p>
                  </a:txBody>
                  <a:tcPr>
                    <a:lnL w="12700" cmpd="sng">
                      <a:noFill/>
                    </a:lnL>
                  </a:tcPr>
                </a:tc>
                <a:tc hMerge="1">
                  <a:txBody>
                    <a:bodyPr/>
                    <a:lstStyle/>
                    <a:p>
                      <a:pPr algn="ctr"/>
                      <a:endParaRPr lang="en-GB" sz="1000" b="0" kern="1200" dirty="0">
                        <a:solidFill>
                          <a:schemeClr val="lt1"/>
                        </a:solidFill>
                        <a:latin typeface="+mj-lt"/>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27328458"/>
                  </a:ext>
                </a:extLst>
              </a:tr>
              <a:tr h="545769">
                <a:tc gridSpan="4">
                  <a:txBody>
                    <a:bodyPr/>
                    <a:lstStyle/>
                    <a:p>
                      <a:pPr algn="ctr"/>
                      <a:r>
                        <a:rPr lang="en-GB" sz="900" b="0" dirty="0">
                          <a:solidFill>
                            <a:srgbClr val="000000"/>
                          </a:solidFill>
                          <a:latin typeface="+mn-lt"/>
                        </a:rPr>
                        <a:t>The total carbon emissions of the fund divided by the total value of the fund.  </a:t>
                      </a:r>
                      <a:br>
                        <a:rPr lang="en-GB" sz="900" b="0" dirty="0">
                          <a:solidFill>
                            <a:srgbClr val="000000"/>
                          </a:solidFill>
                          <a:latin typeface="+mn-lt"/>
                        </a:rPr>
                      </a:br>
                      <a:r>
                        <a:rPr lang="en-GB" sz="900" b="0" dirty="0">
                          <a:solidFill>
                            <a:srgbClr val="000000"/>
                          </a:solidFill>
                          <a:latin typeface="+mn-lt"/>
                        </a:rPr>
                        <a:t>This is calculated in tonnes CO</a:t>
                      </a:r>
                      <a:r>
                        <a:rPr lang="en-GB" sz="900" b="0" baseline="-25000" dirty="0">
                          <a:solidFill>
                            <a:srgbClr val="000000"/>
                          </a:solidFill>
                          <a:latin typeface="+mn-lt"/>
                        </a:rPr>
                        <a:t>2</a:t>
                      </a:r>
                      <a:r>
                        <a:rPr lang="en-GB" sz="900" b="0" dirty="0">
                          <a:solidFill>
                            <a:srgbClr val="000000"/>
                          </a:solidFill>
                          <a:latin typeface="+mn-lt"/>
                        </a:rPr>
                        <a:t>e divided per £M invested.</a:t>
                      </a:r>
                      <a:endParaRPr lang="en-GB" sz="900" b="0" dirty="0"/>
                    </a:p>
                  </a:txBody>
                  <a:tcPr marL="36000" marR="36000" marT="36000" marB="36000">
                    <a:lnT w="38100" cmpd="sng">
                      <a:noFill/>
                    </a:lnT>
                    <a:lnB w="6350" cap="flat" cmpd="sng" algn="ctr">
                      <a:solidFill>
                        <a:schemeClr val="bg1">
                          <a:lumMod val="75000"/>
                        </a:schemeClr>
                      </a:solidFill>
                      <a:prstDash val="solid"/>
                      <a:round/>
                      <a:headEnd type="none" w="med" len="med"/>
                      <a:tailEnd type="none" w="med" len="med"/>
                    </a:lnB>
                    <a:noFill/>
                  </a:tcPr>
                </a:tc>
                <a:tc hMerge="1">
                  <a:txBody>
                    <a:bodyPr/>
                    <a:lstStyle/>
                    <a:p>
                      <a:endParaRPr lang="en-GB"/>
                    </a:p>
                  </a:txBody>
                  <a:tcPr/>
                </a:tc>
                <a:tc hMerge="1">
                  <a:txBody>
                    <a:bodyPr/>
                    <a:lstStyle/>
                    <a:p>
                      <a:endParaRPr lang="en-GB" dirty="0"/>
                    </a:p>
                  </a:txBody>
                  <a:tcPr/>
                </a:tc>
                <a:tc hMerge="1">
                  <a:txBody>
                    <a:bodyPr/>
                    <a:lstStyle/>
                    <a:p>
                      <a:pPr algn="ctr"/>
                      <a:endParaRPr lang="en-GB" sz="900" b="0" dirty="0"/>
                    </a:p>
                  </a:txBody>
                  <a:tcPr marL="36000" marR="36000" marT="36000" marB="36000">
                    <a:lnT w="38100" cmpd="sng">
                      <a:noFill/>
                    </a:lnT>
                    <a:noFill/>
                  </a:tcPr>
                </a:tc>
                <a:extLst>
                  <a:ext uri="{0D108BD9-81ED-4DB2-BD59-A6C34878D82A}">
                    <a16:rowId xmlns:a16="http://schemas.microsoft.com/office/drawing/2014/main" val="3537963469"/>
                  </a:ext>
                </a:extLst>
              </a:tr>
              <a:tr h="275873">
                <a:tc gridSpan="2">
                  <a:txBody>
                    <a:bodyPr/>
                    <a:lstStyle/>
                    <a:p>
                      <a:pPr algn="ctr"/>
                      <a:r>
                        <a:rPr lang="en-GB" sz="1000" dirty="0">
                          <a:solidFill>
                            <a:schemeClr val="bg1"/>
                          </a:solidFill>
                          <a:latin typeface="+mj-lt"/>
                        </a:rPr>
                        <a:t>2023</a:t>
                      </a:r>
                    </a:p>
                  </a:txBody>
                  <a:tcPr>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2">
                        <a:alpha val="40000"/>
                      </a:schemeClr>
                    </a:solidFill>
                  </a:tcPr>
                </a:tc>
                <a:tc hMerge="1">
                  <a:txBody>
                    <a:bodyPr/>
                    <a:lstStyle/>
                    <a:p>
                      <a:pPr algn="ctr"/>
                      <a:endParaRPr lang="en-GB" sz="1000" dirty="0">
                        <a:solidFill>
                          <a:schemeClr val="bg1"/>
                        </a:solidFill>
                        <a:latin typeface="+mj-lt"/>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2">
                        <a:alpha val="40000"/>
                      </a:schemeClr>
                    </a:solidFill>
                  </a:tcPr>
                </a:tc>
                <a:tc gridSpan="2">
                  <a:txBody>
                    <a:bodyPr/>
                    <a:lstStyle/>
                    <a:p>
                      <a:pPr algn="ctr"/>
                      <a:r>
                        <a:rPr lang="en-GB" sz="1000" dirty="0">
                          <a:solidFill>
                            <a:schemeClr val="bg1"/>
                          </a:solidFill>
                          <a:latin typeface="+mj-lt"/>
                        </a:rPr>
                        <a:t>2024</a:t>
                      </a:r>
                    </a:p>
                  </a:txBody>
                  <a:tcPr>
                    <a:lnL w="3175" cap="flat" cmpd="sng" algn="ctr">
                      <a:solidFill>
                        <a:schemeClr val="tx1"/>
                      </a:solidFill>
                      <a:prstDash val="solid"/>
                      <a:round/>
                      <a:headEnd type="none" w="med" len="med"/>
                      <a:tailEnd type="none" w="med" len="med"/>
                    </a:lnL>
                    <a:lnB w="6350" cap="flat" cmpd="sng" algn="ctr">
                      <a:solidFill>
                        <a:schemeClr val="bg1">
                          <a:lumMod val="75000"/>
                        </a:schemeClr>
                      </a:solidFill>
                      <a:prstDash val="solid"/>
                      <a:round/>
                      <a:headEnd type="none" w="med" len="med"/>
                      <a:tailEnd type="none" w="med" len="med"/>
                    </a:lnB>
                    <a:solidFill>
                      <a:schemeClr val="accent2">
                        <a:alpha val="69804"/>
                      </a:schemeClr>
                    </a:solidFill>
                  </a:tcPr>
                </a:tc>
                <a:tc hMerge="1">
                  <a:txBody>
                    <a:bodyPr/>
                    <a:lstStyle/>
                    <a:p>
                      <a:pPr algn="ctr"/>
                      <a:endParaRPr lang="en-GB" sz="1000" dirty="0">
                        <a:solidFill>
                          <a:schemeClr val="bg1"/>
                        </a:solidFill>
                        <a:latin typeface="+mj-lt"/>
                      </a:endParaRPr>
                    </a:p>
                  </a:txBody>
                  <a:tcPr>
                    <a:lnL w="3175" cap="flat" cmpd="sng" algn="ctr">
                      <a:solidFill>
                        <a:schemeClr val="tx1"/>
                      </a:solidFill>
                      <a:prstDash val="solid"/>
                      <a:round/>
                      <a:headEnd type="none" w="med" len="med"/>
                      <a:tailEnd type="none" w="med" len="med"/>
                    </a:lnL>
                    <a:lnB w="6350" cap="flat" cmpd="sng" algn="ctr">
                      <a:solidFill>
                        <a:schemeClr val="bg1">
                          <a:lumMod val="75000"/>
                        </a:schemeClr>
                      </a:solidFill>
                      <a:prstDash val="solid"/>
                      <a:round/>
                      <a:headEnd type="none" w="med" len="med"/>
                      <a:tailEnd type="none" w="med" len="med"/>
                    </a:lnB>
                    <a:solidFill>
                      <a:schemeClr val="accent2">
                        <a:alpha val="69804"/>
                      </a:schemeClr>
                    </a:solidFill>
                  </a:tcPr>
                </a:tc>
                <a:extLst>
                  <a:ext uri="{0D108BD9-81ED-4DB2-BD59-A6C34878D82A}">
                    <a16:rowId xmlns:a16="http://schemas.microsoft.com/office/drawing/2014/main" val="433503346"/>
                  </a:ext>
                </a:extLst>
              </a:tr>
              <a:tr h="695925">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18.4</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0" marR="0" marT="18000" marB="18000">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CO2e/£M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CO2e/£M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T w="6350"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99736773"/>
                  </a:ext>
                </a:extLst>
              </a:tr>
              <a:tr h="366560">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p>
                    <a:p>
                      <a:pPr algn="ctr" defTabSz="736216">
                        <a:lnSpc>
                          <a:spcPct val="100000"/>
                        </a:lnSpc>
                        <a:spcBef>
                          <a:spcPts val="0"/>
                        </a:spcBef>
                        <a:spcAft>
                          <a:spcPts val="0"/>
                        </a:spcAft>
                      </a:pPr>
                      <a:r>
                        <a:rPr lang="en-GB" sz="900" dirty="0">
                          <a:solidFill>
                            <a:srgbClr val="FF0000"/>
                          </a:solidFill>
                          <a:latin typeface="Rathbones Sans" pitchFamily="2" charset="0"/>
                        </a:rPr>
                        <a:t>54%</a:t>
                      </a:r>
                      <a:endParaRPr lang="en-GB" sz="900" dirty="0">
                        <a:latin typeface="Rathbones Sans" pitchFamily="2" charset="0"/>
                      </a:endParaRPr>
                    </a:p>
                  </a:txBody>
                  <a:tcPr marL="36000" marR="36000" marT="18000" marB="18000">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Benchmark name:</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Benchmark name:</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9436954"/>
                  </a:ext>
                </a:extLst>
              </a:tr>
            </a:tbl>
          </a:graphicData>
        </a:graphic>
      </p:graphicFrame>
      <p:sp>
        <p:nvSpPr>
          <p:cNvPr id="10" name="Text Placeholder 3">
            <a:extLst>
              <a:ext uri="{FF2B5EF4-FFF2-40B4-BE49-F238E27FC236}">
                <a16:creationId xmlns:a16="http://schemas.microsoft.com/office/drawing/2014/main" id="{B2FBF3A6-C0E5-302A-50E1-9FCBC00D42CD}"/>
              </a:ext>
            </a:extLst>
          </p:cNvPr>
          <p:cNvSpPr txBox="1">
            <a:spLocks/>
          </p:cNvSpPr>
          <p:nvPr/>
        </p:nvSpPr>
        <p:spPr>
          <a:xfrm>
            <a:off x="233741" y="4555617"/>
            <a:ext cx="4608906" cy="138499"/>
          </a:xfrm>
          <a:prstGeom prst="rect">
            <a:avLst/>
          </a:prstGeom>
        </p:spPr>
        <p:txBody>
          <a:bodyPr vert="horz" wrap="square" lIns="0" tIns="0" rIns="0" bIns="0" rtlCol="0">
            <a:spAutoFit/>
          </a:bodyPr>
          <a:lstStyle>
            <a:lvl1pPr marL="0" indent="0" algn="l" defTabSz="711913" rtl="0" eaLnBrk="1" latinLnBrk="0" hangingPunct="1">
              <a:lnSpc>
                <a:spcPct val="100000"/>
              </a:lnSpc>
              <a:spcBef>
                <a:spcPts val="0"/>
              </a:spcBef>
              <a:spcAft>
                <a:spcPts val="600"/>
              </a:spcAft>
              <a:buFont typeface="Georgia" panose="02040502050405020303" pitchFamily="18" charset="0"/>
              <a:buNone/>
              <a:tabLst/>
              <a:defRPr sz="1100" b="0" i="0" kern="1200" spc="-15" baseline="0">
                <a:solidFill>
                  <a:schemeClr val="tx1"/>
                </a:solidFill>
                <a:latin typeface="Rathbones Sans Light" pitchFamily="2" charset="0"/>
                <a:ea typeface="+mn-ea"/>
                <a:cs typeface="+mn-cs"/>
              </a:defRPr>
            </a:lvl1pPr>
            <a:lvl2pPr marL="0" indent="0" algn="l" defTabSz="711913" rtl="0" eaLnBrk="1" latinLnBrk="0" hangingPunct="1">
              <a:lnSpc>
                <a:spcPct val="101000"/>
              </a:lnSpc>
              <a:spcBef>
                <a:spcPts val="0"/>
              </a:spcBef>
              <a:spcAft>
                <a:spcPts val="1324"/>
              </a:spcAft>
              <a:buFont typeface="Arial" panose="020B0604020202020204" pitchFamily="34" charset="0"/>
              <a:buNone/>
              <a:defRPr sz="1100" b="0" kern="1200" spc="-15" baseline="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8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a:lstStyle>
          <a:p>
            <a:pPr marL="171450" indent="-171450">
              <a:spcAft>
                <a:spcPts val="300"/>
              </a:spcAft>
              <a:buFont typeface="Rathbones Sans Light" pitchFamily="2" charset="0"/>
              <a:buChar char="—"/>
            </a:pPr>
            <a:r>
              <a:rPr lang="en-GB" sz="900" dirty="0"/>
              <a:t>[</a:t>
            </a:r>
            <a:r>
              <a:rPr lang="en-GB" sz="900" b="1" dirty="0">
                <a:solidFill>
                  <a:schemeClr val="accent1">
                    <a:lumMod val="50000"/>
                    <a:lumOff val="50000"/>
                  </a:schemeClr>
                </a:solidFill>
              </a:rPr>
              <a:t>FM Commentary 1 or FM Commentary WACI</a:t>
            </a:r>
            <a:r>
              <a:rPr lang="en-GB" sz="900" dirty="0"/>
              <a:t>  ]</a:t>
            </a:r>
          </a:p>
        </p:txBody>
      </p:sp>
      <p:sp>
        <p:nvSpPr>
          <p:cNvPr id="12" name="Text Placeholder 3">
            <a:extLst>
              <a:ext uri="{FF2B5EF4-FFF2-40B4-BE49-F238E27FC236}">
                <a16:creationId xmlns:a16="http://schemas.microsoft.com/office/drawing/2014/main" id="{9D7ACEC8-BD57-1F98-14A5-75E151033091}"/>
              </a:ext>
            </a:extLst>
          </p:cNvPr>
          <p:cNvSpPr txBox="1">
            <a:spLocks/>
          </p:cNvSpPr>
          <p:nvPr/>
        </p:nvSpPr>
        <p:spPr>
          <a:xfrm>
            <a:off x="5069912" y="4555617"/>
            <a:ext cx="4608906" cy="138499"/>
          </a:xfrm>
          <a:prstGeom prst="rect">
            <a:avLst/>
          </a:prstGeom>
        </p:spPr>
        <p:txBody>
          <a:bodyPr vert="horz" wrap="square" lIns="0" tIns="0" rIns="0" bIns="0" rtlCol="0">
            <a:spAutoFit/>
          </a:bodyPr>
          <a:lstStyle>
            <a:lvl1pPr marL="0" indent="0" algn="l" defTabSz="711913" rtl="0" eaLnBrk="1" latinLnBrk="0" hangingPunct="1">
              <a:lnSpc>
                <a:spcPct val="100000"/>
              </a:lnSpc>
              <a:spcBef>
                <a:spcPts val="0"/>
              </a:spcBef>
              <a:spcAft>
                <a:spcPts val="600"/>
              </a:spcAft>
              <a:buFont typeface="Georgia" panose="02040502050405020303" pitchFamily="18" charset="0"/>
              <a:buNone/>
              <a:tabLst/>
              <a:defRPr sz="1100" b="0" i="0" kern="1200" spc="-15" baseline="0">
                <a:solidFill>
                  <a:schemeClr val="tx1"/>
                </a:solidFill>
                <a:latin typeface="Rathbones Sans Light" pitchFamily="2" charset="0"/>
                <a:ea typeface="+mn-ea"/>
                <a:cs typeface="+mn-cs"/>
              </a:defRPr>
            </a:lvl1pPr>
            <a:lvl2pPr marL="0" indent="0" algn="l" defTabSz="711913" rtl="0" eaLnBrk="1" latinLnBrk="0" hangingPunct="1">
              <a:lnSpc>
                <a:spcPct val="101000"/>
              </a:lnSpc>
              <a:spcBef>
                <a:spcPts val="0"/>
              </a:spcBef>
              <a:spcAft>
                <a:spcPts val="1324"/>
              </a:spcAft>
              <a:buFont typeface="Arial" panose="020B0604020202020204" pitchFamily="34" charset="0"/>
              <a:buNone/>
              <a:defRPr sz="1100" b="0" kern="1200" spc="-15" baseline="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8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a:lstStyle>
          <a:p>
            <a:pPr marL="171450" indent="-171450">
              <a:spcAft>
                <a:spcPts val="300"/>
              </a:spcAft>
              <a:buFont typeface="Rathbones Sans Light" pitchFamily="2" charset="0"/>
              <a:buChar char="—"/>
            </a:pPr>
            <a:r>
              <a:rPr lang="en-GB" sz="900" dirty="0"/>
              <a:t>[</a:t>
            </a:r>
            <a:r>
              <a:rPr lang="en-GB" sz="900" b="1" dirty="0">
                <a:solidFill>
                  <a:schemeClr val="accent1">
                    <a:lumMod val="50000"/>
                    <a:lumOff val="50000"/>
                  </a:schemeClr>
                </a:solidFill>
              </a:rPr>
              <a:t>FM Commentary 2 or FM Commentary TCF</a:t>
            </a:r>
            <a:r>
              <a:rPr lang="en-GB" sz="900" dirty="0"/>
              <a:t> ]</a:t>
            </a:r>
          </a:p>
        </p:txBody>
      </p:sp>
    </p:spTree>
    <p:extLst>
      <p:ext uri="{BB962C8B-B14F-4D97-AF65-F5344CB8AC3E}">
        <p14:creationId xmlns:p14="http://schemas.microsoft.com/office/powerpoint/2010/main" val="207070612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BB38-250A-4D56-46C2-B141242C367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EFAA61-1C8B-5FC9-94F4-2E79BF5D2D46}"/>
              </a:ext>
            </a:extLst>
          </p:cNvPr>
          <p:cNvSpPr>
            <a:spLocks noGrp="1"/>
          </p:cNvSpPr>
          <p:nvPr>
            <p:ph type="ftr" sz="quarter" idx="11"/>
          </p:nvPr>
        </p:nvSpPr>
        <p:spPr/>
        <p:txBody>
          <a:bodyPr/>
          <a:lstStyle/>
          <a:p>
            <a:r>
              <a:rPr lang="en-GB"/>
              <a:t>Rathbones Asset Management | Rathbone UK Opportunities Fund</a:t>
            </a:r>
            <a:endParaRPr lang="en-GB" dirty="0"/>
          </a:p>
        </p:txBody>
      </p:sp>
      <p:sp>
        <p:nvSpPr>
          <p:cNvPr id="3" name="Slide Number Placeholder 2">
            <a:extLst>
              <a:ext uri="{FF2B5EF4-FFF2-40B4-BE49-F238E27FC236}">
                <a16:creationId xmlns:a16="http://schemas.microsoft.com/office/drawing/2014/main" id="{7462303A-FBAF-4879-CAF3-42E4D285D6DF}"/>
              </a:ext>
            </a:extLst>
          </p:cNvPr>
          <p:cNvSpPr>
            <a:spLocks noGrp="1"/>
          </p:cNvSpPr>
          <p:nvPr>
            <p:ph type="sldNum" sz="quarter" idx="12"/>
          </p:nvPr>
        </p:nvSpPr>
        <p:spPr/>
        <p:txBody>
          <a:bodyPr/>
          <a:lstStyle/>
          <a:p>
            <a:fld id="{91D568E7-61F5-D04E-995D-81EF41C01A2A}" type="slidenum">
              <a:rPr lang="en-GB" smtClean="0"/>
              <a:t>3</a:t>
            </a:fld>
            <a:endParaRPr lang="en-GB"/>
          </a:p>
        </p:txBody>
      </p:sp>
      <p:sp>
        <p:nvSpPr>
          <p:cNvPr id="8" name="Title 7">
            <a:extLst>
              <a:ext uri="{FF2B5EF4-FFF2-40B4-BE49-F238E27FC236}">
                <a16:creationId xmlns:a16="http://schemas.microsoft.com/office/drawing/2014/main" id="{C8F1A37D-8550-D936-6830-A1057B9930B8}"/>
              </a:ext>
            </a:extLst>
          </p:cNvPr>
          <p:cNvSpPr>
            <a:spLocks noGrp="1"/>
          </p:cNvSpPr>
          <p:nvPr>
            <p:ph type="title"/>
          </p:nvPr>
        </p:nvSpPr>
        <p:spPr>
          <a:xfrm>
            <a:off x="229728" y="640924"/>
            <a:ext cx="9438026" cy="283154"/>
          </a:xfrm>
        </p:spPr>
        <p:txBody>
          <a:bodyPr/>
          <a:lstStyle/>
          <a:p>
            <a:r>
              <a:rPr lang="en-GB" dirty="0"/>
              <a:t>your portfolio’s impact on climate change (Cont’d)</a:t>
            </a:r>
          </a:p>
        </p:txBody>
      </p:sp>
      <p:sp>
        <p:nvSpPr>
          <p:cNvPr id="7" name="Text Placeholder 3">
            <a:extLst>
              <a:ext uri="{FF2B5EF4-FFF2-40B4-BE49-F238E27FC236}">
                <a16:creationId xmlns:a16="http://schemas.microsoft.com/office/drawing/2014/main" id="{AC9ADA88-1C42-DF2C-13AF-9A98E0C8CD44}"/>
              </a:ext>
            </a:extLst>
          </p:cNvPr>
          <p:cNvSpPr>
            <a:spLocks noGrp="1"/>
          </p:cNvSpPr>
          <p:nvPr>
            <p:ph type="body" sz="quarter" idx="13"/>
          </p:nvPr>
        </p:nvSpPr>
        <p:spPr>
          <a:xfrm>
            <a:off x="233740" y="1196976"/>
            <a:ext cx="9434013" cy="884858"/>
          </a:xfrm>
        </p:spPr>
        <p:txBody>
          <a:bodyPr/>
          <a:lstStyle/>
          <a:p>
            <a:pPr>
              <a:spcAft>
                <a:spcPts val="300"/>
              </a:spcAft>
            </a:pPr>
            <a:r>
              <a:rPr lang="en-GB" dirty="0">
                <a:latin typeface="Rathbones Sans Light"/>
                <a:ea typeface="+mn-lt"/>
                <a:cs typeface="+mn-lt"/>
              </a:rPr>
              <a:t>The purpose of this report is to provide you with a summary of  the possible impact of climate change, both the risks and opportunities, on the securities held within the fund. Reporting period </a:t>
            </a:r>
            <a:r>
              <a:rPr lang="en-GB" dirty="0">
                <a:solidFill>
                  <a:srgbClr val="FF0000"/>
                </a:solidFill>
                <a:latin typeface="Rathbones Sans Light"/>
                <a:ea typeface="+mn-lt"/>
                <a:cs typeface="+mn-lt"/>
              </a:rPr>
              <a:t>1st January 2023 to 31st December 2023</a:t>
            </a:r>
            <a:r>
              <a:rPr lang="en-GB" dirty="0">
                <a:latin typeface="Rathbones Sans Light"/>
                <a:ea typeface="+mn-lt"/>
                <a:cs typeface="+mn-lt"/>
              </a:rPr>
              <a:t>. </a:t>
            </a:r>
            <a:r>
              <a:rPr lang="en-GB" dirty="0">
                <a:solidFill>
                  <a:srgbClr val="FF0000"/>
                </a:solidFill>
                <a:latin typeface="Rathbones Sans Light"/>
                <a:ea typeface="+mn-lt"/>
                <a:cs typeface="+mn-lt"/>
              </a:rPr>
              <a:t>Calculation date 31st December 2023</a:t>
            </a:r>
            <a:r>
              <a:rPr lang="en-GB" dirty="0">
                <a:latin typeface="Rathbones Sans Light"/>
                <a:ea typeface="+mn-lt"/>
                <a:cs typeface="+mn-lt"/>
              </a:rPr>
              <a:t>.</a:t>
            </a:r>
          </a:p>
          <a:p>
            <a:pPr>
              <a:spcAft>
                <a:spcPts val="300"/>
              </a:spcAft>
            </a:pPr>
            <a:r>
              <a:rPr lang="en-GB" dirty="0">
                <a:latin typeface="Rathbones Sans Light"/>
                <a:ea typeface="+mn-lt"/>
                <a:cs typeface="+mn-lt"/>
              </a:rPr>
              <a:t>Rathbones’ approach to governance, strategy, risk management and Group / Entity level metrics can be found in the Group / Entity TCFD report. A glossary of terms used in this document can be found here - </a:t>
            </a:r>
            <a:r>
              <a:rPr lang="en-GB" dirty="0">
                <a:latin typeface="Rathbones Sans Light"/>
                <a:ea typeface="+mn-lt"/>
                <a:cs typeface="+mn-lt"/>
                <a:hlinkClick r:id="rId4"/>
              </a:rPr>
              <a:t>https://www.rathbones.com/ri-glossary</a:t>
            </a:r>
            <a:r>
              <a:rPr lang="en-GB" dirty="0">
                <a:latin typeface="Rathbones Sans Light"/>
                <a:ea typeface="+mn-lt"/>
                <a:cs typeface="+mn-lt"/>
              </a:rPr>
              <a:t>. The value of investments may increase or decrease due to the impact of climate change. Rathbones believes that there is sufficient data coverage to rely on these figures. </a:t>
            </a:r>
          </a:p>
        </p:txBody>
      </p:sp>
      <p:graphicFrame>
        <p:nvGraphicFramePr>
          <p:cNvPr id="16" name="Table 15">
            <a:extLst>
              <a:ext uri="{FF2B5EF4-FFF2-40B4-BE49-F238E27FC236}">
                <a16:creationId xmlns:a16="http://schemas.microsoft.com/office/drawing/2014/main" id="{41BB64E2-76CF-6F48-4DFE-5EEA27A3FF85}"/>
              </a:ext>
            </a:extLst>
          </p:cNvPr>
          <p:cNvGraphicFramePr>
            <a:graphicFrameLocks noGrp="1"/>
          </p:cNvGraphicFramePr>
          <p:nvPr>
            <p:extLst>
              <p:ext uri="{D42A27DB-BD31-4B8C-83A1-F6EECF244321}">
                <p14:modId xmlns:p14="http://schemas.microsoft.com/office/powerpoint/2010/main" val="2979586904"/>
              </p:ext>
            </p:extLst>
          </p:nvPr>
        </p:nvGraphicFramePr>
        <p:xfrm>
          <a:off x="238247" y="2225444"/>
          <a:ext cx="4604400" cy="2186023"/>
        </p:xfrm>
        <a:graphic>
          <a:graphicData uri="http://schemas.openxmlformats.org/drawingml/2006/table">
            <a:tbl>
              <a:tblPr firstRow="1" bandRow="1">
                <a:tableStyleId>{5C22544A-7EE6-4342-B048-85BDC9FD1C3A}</a:tableStyleId>
              </a:tblPr>
              <a:tblGrid>
                <a:gridCol w="1151100">
                  <a:extLst>
                    <a:ext uri="{9D8B030D-6E8A-4147-A177-3AD203B41FA5}">
                      <a16:colId xmlns:a16="http://schemas.microsoft.com/office/drawing/2014/main" val="1960428757"/>
                    </a:ext>
                  </a:extLst>
                </a:gridCol>
                <a:gridCol w="1151100">
                  <a:extLst>
                    <a:ext uri="{9D8B030D-6E8A-4147-A177-3AD203B41FA5}">
                      <a16:colId xmlns:a16="http://schemas.microsoft.com/office/drawing/2014/main" val="876694809"/>
                    </a:ext>
                  </a:extLst>
                </a:gridCol>
                <a:gridCol w="1151100">
                  <a:extLst>
                    <a:ext uri="{9D8B030D-6E8A-4147-A177-3AD203B41FA5}">
                      <a16:colId xmlns:a16="http://schemas.microsoft.com/office/drawing/2014/main" val="3508576809"/>
                    </a:ext>
                  </a:extLst>
                </a:gridCol>
                <a:gridCol w="1151100">
                  <a:extLst>
                    <a:ext uri="{9D8B030D-6E8A-4147-A177-3AD203B41FA5}">
                      <a16:colId xmlns:a16="http://schemas.microsoft.com/office/drawing/2014/main" val="514925494"/>
                    </a:ext>
                  </a:extLst>
                </a:gridCol>
              </a:tblGrid>
              <a:tr h="309482">
                <a:tc gridSpan="4">
                  <a:txBody>
                    <a:bodyPr/>
                    <a:lstStyle/>
                    <a:p>
                      <a:pPr algn="ctr"/>
                      <a:r>
                        <a:rPr lang="en-GB" sz="1000" b="0" kern="1200" dirty="0">
                          <a:solidFill>
                            <a:schemeClr val="lt1"/>
                          </a:solidFill>
                          <a:latin typeface="+mj-lt"/>
                          <a:ea typeface="+mn-ea"/>
                          <a:cs typeface="+mn-cs"/>
                        </a:rPr>
                        <a:t>SCOPE 1 AND 2 GREENHOUSE GAS EMISSIONS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hMerge="1">
                  <a:txBody>
                    <a:bodyPr/>
                    <a:lstStyle/>
                    <a:p>
                      <a:endParaRPr lang="en-GB"/>
                    </a:p>
                  </a:txBody>
                  <a:tcPr/>
                </a:tc>
                <a:tc hMerge="1">
                  <a:txBody>
                    <a:bodyPr/>
                    <a:lstStyle/>
                    <a:p>
                      <a:endParaRPr lang="en-GB"/>
                    </a:p>
                  </a:txBody>
                  <a:tcPr>
                    <a:lnL w="12700" cmpd="sng">
                      <a:noFill/>
                    </a:lnL>
                  </a:tcPr>
                </a:tc>
                <a:tc hMerge="1">
                  <a:txBody>
                    <a:bodyPr/>
                    <a:lstStyle/>
                    <a:p>
                      <a:pPr algn="ctr"/>
                      <a:endParaRPr lang="en-GB" sz="1000" b="0" kern="1200" dirty="0">
                        <a:solidFill>
                          <a:schemeClr val="lt1"/>
                        </a:solidFill>
                        <a:latin typeface="+mj-lt"/>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27328458"/>
                  </a:ext>
                </a:extLst>
              </a:tr>
              <a:tr h="540000">
                <a:tc gridSpan="4">
                  <a:txBody>
                    <a:bodyPr/>
                    <a:lstStyle/>
                    <a:p>
                      <a:pPr algn="ctr"/>
                      <a:r>
                        <a:rPr lang="en-GB" sz="900" b="0" dirty="0">
                          <a:solidFill>
                            <a:srgbClr val="000000"/>
                          </a:solidFill>
                          <a:latin typeface="+mn-lt"/>
                        </a:rPr>
                        <a:t>The sum of the total operational emissions from securities within the fund. </a:t>
                      </a:r>
                      <a:br>
                        <a:rPr lang="en-GB" sz="900" b="0" dirty="0">
                          <a:solidFill>
                            <a:srgbClr val="000000"/>
                          </a:solidFill>
                          <a:latin typeface="+mn-lt"/>
                        </a:rPr>
                      </a:br>
                      <a:r>
                        <a:rPr lang="en-GB" sz="900" b="0" dirty="0">
                          <a:solidFill>
                            <a:srgbClr val="000000"/>
                          </a:solidFill>
                          <a:latin typeface="+mn-lt"/>
                        </a:rPr>
                        <a:t>This is calculated in tonnes CO</a:t>
                      </a:r>
                      <a:r>
                        <a:rPr lang="en-GB" sz="900" b="0" baseline="-25000" dirty="0">
                          <a:solidFill>
                            <a:srgbClr val="000000"/>
                          </a:solidFill>
                          <a:latin typeface="+mn-lt"/>
                        </a:rPr>
                        <a:t>2</a:t>
                      </a:r>
                      <a:r>
                        <a:rPr lang="en-GB" sz="900" b="0" dirty="0">
                          <a:solidFill>
                            <a:srgbClr val="000000"/>
                          </a:solidFill>
                          <a:latin typeface="+mn-lt"/>
                        </a:rPr>
                        <a:t>e.</a:t>
                      </a:r>
                      <a:endParaRPr lang="en-GB" sz="900" b="0" dirty="0"/>
                    </a:p>
                  </a:txBody>
                  <a:tcPr marL="36000" marR="36000" marT="36000" marB="36000">
                    <a:lnT w="38100" cmpd="sng">
                      <a:noFill/>
                    </a:lnT>
                    <a:lnB w="6350" cap="flat" cmpd="sng" algn="ctr">
                      <a:noFill/>
                      <a:prstDash val="solid"/>
                      <a:round/>
                      <a:headEnd type="none" w="med" len="med"/>
                      <a:tailEnd type="none" w="med" len="med"/>
                    </a:lnB>
                    <a:noFill/>
                  </a:tcPr>
                </a:tc>
                <a:tc hMerge="1">
                  <a:txBody>
                    <a:bodyPr/>
                    <a:lstStyle/>
                    <a:p>
                      <a:endParaRPr lang="en-GB"/>
                    </a:p>
                  </a:txBody>
                  <a:tcPr/>
                </a:tc>
                <a:tc hMerge="1">
                  <a:txBody>
                    <a:bodyPr/>
                    <a:lstStyle/>
                    <a:p>
                      <a:endParaRPr lang="en-GB" dirty="0"/>
                    </a:p>
                  </a:txBody>
                  <a:tcPr/>
                </a:tc>
                <a:tc hMerge="1">
                  <a:txBody>
                    <a:bodyPr/>
                    <a:lstStyle/>
                    <a:p>
                      <a:pPr algn="ctr"/>
                      <a:endParaRPr lang="en-GB" sz="900" b="0" dirty="0"/>
                    </a:p>
                  </a:txBody>
                  <a:tcPr marL="36000" marR="36000" marT="36000" marB="36000">
                    <a:lnT w="38100" cmpd="sng">
                      <a:noFill/>
                    </a:lnT>
                    <a:lnB w="6350" cap="flat" cmpd="sng" algn="ctr">
                      <a:noFill/>
                      <a:prstDash val="solid"/>
                      <a:round/>
                      <a:headEnd type="none" w="med" len="med"/>
                      <a:tailEnd type="none" w="med" len="med"/>
                    </a:lnB>
                    <a:noFill/>
                  </a:tcPr>
                </a:tc>
                <a:extLst>
                  <a:ext uri="{0D108BD9-81ED-4DB2-BD59-A6C34878D82A}">
                    <a16:rowId xmlns:a16="http://schemas.microsoft.com/office/drawing/2014/main" val="3537963469"/>
                  </a:ext>
                </a:extLst>
              </a:tr>
              <a:tr h="256541">
                <a:tc gridSpan="2">
                  <a:txBody>
                    <a:bodyPr/>
                    <a:lstStyle/>
                    <a:p>
                      <a:pPr algn="ctr"/>
                      <a:r>
                        <a:rPr lang="en-GB" sz="1000" dirty="0">
                          <a:solidFill>
                            <a:schemeClr val="bg1"/>
                          </a:solidFill>
                          <a:latin typeface="+mj-lt"/>
                        </a:rPr>
                        <a:t>2023</a:t>
                      </a:r>
                    </a:p>
                  </a:txBody>
                  <a:tcPr>
                    <a:lnL w="12700" cmpd="sng">
                      <a:noFill/>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alpha val="40000"/>
                      </a:schemeClr>
                    </a:solidFill>
                  </a:tcPr>
                </a:tc>
                <a:tc hMerge="1">
                  <a:txBody>
                    <a:bodyPr/>
                    <a:lstStyle/>
                    <a:p>
                      <a:pPr algn="ctr"/>
                      <a:endParaRPr lang="en-GB" sz="1000" dirty="0">
                        <a:solidFill>
                          <a:schemeClr val="bg1"/>
                        </a:solidFill>
                        <a:latin typeface="+mj-lt"/>
                      </a:endParaRPr>
                    </a:p>
                  </a:txBody>
                  <a:tcPr>
                    <a:lnL w="12700" cmpd="sng">
                      <a:noFill/>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alpha val="40000"/>
                      </a:schemeClr>
                    </a:solidFill>
                  </a:tcPr>
                </a:tc>
                <a:tc gridSpan="2">
                  <a:txBody>
                    <a:bodyPr/>
                    <a:lstStyle/>
                    <a:p>
                      <a:pPr algn="ctr"/>
                      <a:r>
                        <a:rPr lang="en-GB" sz="1000" dirty="0">
                          <a:solidFill>
                            <a:schemeClr val="bg1"/>
                          </a:solidFill>
                          <a:latin typeface="+mj-lt"/>
                        </a:rPr>
                        <a:t>2024</a:t>
                      </a:r>
                    </a:p>
                  </a:txBody>
                  <a:tcPr>
                    <a:lnL w="3175"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alpha val="69804"/>
                      </a:schemeClr>
                    </a:solidFill>
                  </a:tcPr>
                </a:tc>
                <a:tc hMerge="1">
                  <a:txBody>
                    <a:bodyPr/>
                    <a:lstStyle/>
                    <a:p>
                      <a:pPr algn="ctr"/>
                      <a:endParaRPr lang="en-GB" sz="1000" dirty="0">
                        <a:solidFill>
                          <a:schemeClr val="bg1"/>
                        </a:solidFill>
                        <a:latin typeface="+mj-lt"/>
                      </a:endParaRPr>
                    </a:p>
                  </a:txBody>
                  <a:tcPr>
                    <a:lnL w="3175"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alpha val="69804"/>
                      </a:schemeClr>
                    </a:solidFill>
                  </a:tcPr>
                </a:tc>
                <a:extLst>
                  <a:ext uri="{0D108BD9-81ED-4DB2-BD59-A6C34878D82A}">
                    <a16:rowId xmlns:a16="http://schemas.microsoft.com/office/drawing/2014/main" val="433503346"/>
                  </a:ext>
                </a:extLst>
              </a:tr>
              <a:tr h="648000">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2,355</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CO</a:t>
                      </a:r>
                      <a:r>
                        <a:rPr lang="en-GB" sz="1000" b="0" baseline="-25000" dirty="0">
                          <a:latin typeface="Rathbones Sans" pitchFamily="2" charset="0"/>
                        </a:rPr>
                        <a:t>2</a:t>
                      </a:r>
                      <a:r>
                        <a:rPr lang="en-GB" sz="1000" b="0" dirty="0">
                          <a:latin typeface="Rathbones Sans" pitchFamily="2" charset="0"/>
                        </a:rPr>
                        <a:t>e</a:t>
                      </a:r>
                      <a:endParaRPr lang="en-GB" sz="1100" dirty="0"/>
                    </a:p>
                  </a:txBody>
                  <a:tcPr marL="36000" marR="36000" marT="18000" marB="18000">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T w="6350" cap="flat" cmpd="sng" algn="ctr">
                      <a:noFill/>
                      <a:prstDash val="solid"/>
                      <a:round/>
                      <a:headEnd type="none" w="med" len="med"/>
                      <a:tailEnd type="none" w="med" len="med"/>
                    </a:lnT>
                    <a:noFill/>
                  </a:tcPr>
                </a:tc>
                <a:extLst>
                  <a:ext uri="{0D108BD9-81ED-4DB2-BD59-A6C34878D82A}">
                    <a16:rowId xmlns:a16="http://schemas.microsoft.com/office/drawing/2014/main" val="199736773"/>
                  </a:ext>
                </a:extLst>
              </a:tr>
              <a:tr h="432000">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54%</a:t>
                      </a:r>
                    </a:p>
                  </a:txBody>
                  <a:tcPr marL="36000" marR="36000" marT="18000" marB="18000">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9436954"/>
                  </a:ext>
                </a:extLst>
              </a:tr>
            </a:tbl>
          </a:graphicData>
        </a:graphic>
      </p:graphicFrame>
      <p:graphicFrame>
        <p:nvGraphicFramePr>
          <p:cNvPr id="17" name="Table 16">
            <a:extLst>
              <a:ext uri="{FF2B5EF4-FFF2-40B4-BE49-F238E27FC236}">
                <a16:creationId xmlns:a16="http://schemas.microsoft.com/office/drawing/2014/main" id="{077EB297-A311-7B4A-8518-6CE43D8979C7}"/>
              </a:ext>
            </a:extLst>
          </p:cNvPr>
          <p:cNvGraphicFramePr>
            <a:graphicFrameLocks noGrp="1"/>
          </p:cNvGraphicFramePr>
          <p:nvPr>
            <p:extLst>
              <p:ext uri="{D42A27DB-BD31-4B8C-83A1-F6EECF244321}">
                <p14:modId xmlns:p14="http://schemas.microsoft.com/office/powerpoint/2010/main" val="959656425"/>
              </p:ext>
            </p:extLst>
          </p:nvPr>
        </p:nvGraphicFramePr>
        <p:xfrm>
          <a:off x="5069912" y="2225444"/>
          <a:ext cx="4604400" cy="2185200"/>
        </p:xfrm>
        <a:graphic>
          <a:graphicData uri="http://schemas.openxmlformats.org/drawingml/2006/table">
            <a:tbl>
              <a:tblPr firstRow="1" bandRow="1">
                <a:tableStyleId>{5C22544A-7EE6-4342-B048-85BDC9FD1C3A}</a:tableStyleId>
              </a:tblPr>
              <a:tblGrid>
                <a:gridCol w="1151100">
                  <a:extLst>
                    <a:ext uri="{9D8B030D-6E8A-4147-A177-3AD203B41FA5}">
                      <a16:colId xmlns:a16="http://schemas.microsoft.com/office/drawing/2014/main" val="1960428757"/>
                    </a:ext>
                  </a:extLst>
                </a:gridCol>
                <a:gridCol w="1151100">
                  <a:extLst>
                    <a:ext uri="{9D8B030D-6E8A-4147-A177-3AD203B41FA5}">
                      <a16:colId xmlns:a16="http://schemas.microsoft.com/office/drawing/2014/main" val="3826054179"/>
                    </a:ext>
                  </a:extLst>
                </a:gridCol>
                <a:gridCol w="1151100">
                  <a:extLst>
                    <a:ext uri="{9D8B030D-6E8A-4147-A177-3AD203B41FA5}">
                      <a16:colId xmlns:a16="http://schemas.microsoft.com/office/drawing/2014/main" val="3508576809"/>
                    </a:ext>
                  </a:extLst>
                </a:gridCol>
                <a:gridCol w="1151100">
                  <a:extLst>
                    <a:ext uri="{9D8B030D-6E8A-4147-A177-3AD203B41FA5}">
                      <a16:colId xmlns:a16="http://schemas.microsoft.com/office/drawing/2014/main" val="2353700708"/>
                    </a:ext>
                  </a:extLst>
                </a:gridCol>
              </a:tblGrid>
              <a:tr h="309600">
                <a:tc gridSpan="4">
                  <a:txBody>
                    <a:bodyPr/>
                    <a:lstStyle/>
                    <a:p>
                      <a:pPr algn="ctr"/>
                      <a:r>
                        <a:rPr lang="en-GB" sz="1000" b="0" kern="1200" dirty="0">
                          <a:solidFill>
                            <a:schemeClr val="lt1"/>
                          </a:solidFill>
                          <a:latin typeface="+mj-lt"/>
                          <a:ea typeface="+mn-ea"/>
                          <a:cs typeface="+mn-cs"/>
                        </a:rPr>
                        <a:t>SCOPE 3 GREENHOUSE GAS EMISSIONS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90000"/>
                      </a:schemeClr>
                    </a:solidFill>
                  </a:tcPr>
                </a:tc>
                <a:tc hMerge="1">
                  <a:txBody>
                    <a:bodyPr/>
                    <a:lstStyle/>
                    <a:p>
                      <a:endParaRPr lang="en-GB"/>
                    </a:p>
                  </a:txBody>
                  <a:tcPr/>
                </a:tc>
                <a:tc hMerge="1">
                  <a:txBody>
                    <a:bodyPr/>
                    <a:lstStyle/>
                    <a:p>
                      <a:endParaRPr lang="en-GB"/>
                    </a:p>
                  </a:txBody>
                  <a:tcPr>
                    <a:lnL w="12700" cmpd="sng">
                      <a:noFill/>
                    </a:lnL>
                  </a:tcPr>
                </a:tc>
                <a:tc hMerge="1">
                  <a:txBody>
                    <a:bodyPr/>
                    <a:lstStyle/>
                    <a:p>
                      <a:pPr algn="ctr"/>
                      <a:endParaRPr lang="en-GB" sz="1000" b="0" kern="1200" dirty="0">
                        <a:solidFill>
                          <a:schemeClr val="lt1"/>
                        </a:solidFill>
                        <a:latin typeface="+mj-lt"/>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90000"/>
                      </a:schemeClr>
                    </a:solidFill>
                  </a:tcPr>
                </a:tc>
                <a:extLst>
                  <a:ext uri="{0D108BD9-81ED-4DB2-BD59-A6C34878D82A}">
                    <a16:rowId xmlns:a16="http://schemas.microsoft.com/office/drawing/2014/main" val="127328458"/>
                  </a:ext>
                </a:extLst>
              </a:tr>
              <a:tr h="540000">
                <a:tc gridSpan="4">
                  <a:txBody>
                    <a:bodyPr/>
                    <a:lstStyle/>
                    <a:p>
                      <a:pPr algn="ctr"/>
                      <a:r>
                        <a:rPr lang="en-GB" sz="900" b="0" dirty="0">
                          <a:solidFill>
                            <a:srgbClr val="000000"/>
                          </a:solidFill>
                          <a:latin typeface="+mn-lt"/>
                        </a:rPr>
                        <a:t>The total indirect emissions that the fund is responsible for, within its value chain, including: employee travel, waste disposal, leased assets and franchises.</a:t>
                      </a:r>
                    </a:p>
                  </a:txBody>
                  <a:tcPr marL="36000" marR="36000" marT="36000" marB="36000">
                    <a:lnT w="38100" cmpd="sng">
                      <a:noFill/>
                    </a:lnT>
                    <a:lnB w="6350" cap="flat" cmpd="sng" algn="ctr">
                      <a:noFill/>
                      <a:prstDash val="solid"/>
                      <a:round/>
                      <a:headEnd type="none" w="med" len="med"/>
                      <a:tailEnd type="none" w="med" len="med"/>
                    </a:lnB>
                    <a:noFill/>
                  </a:tcPr>
                </a:tc>
                <a:tc hMerge="1">
                  <a:txBody>
                    <a:bodyPr/>
                    <a:lstStyle/>
                    <a:p>
                      <a:endParaRPr lang="en-GB"/>
                    </a:p>
                  </a:txBody>
                  <a:tcPr/>
                </a:tc>
                <a:tc hMerge="1">
                  <a:txBody>
                    <a:bodyPr/>
                    <a:lstStyle/>
                    <a:p>
                      <a:endParaRPr lang="en-GB" dirty="0"/>
                    </a:p>
                  </a:txBody>
                  <a:tcPr/>
                </a:tc>
                <a:tc hMerge="1">
                  <a:txBody>
                    <a:bodyPr/>
                    <a:lstStyle/>
                    <a:p>
                      <a:pPr algn="ctr"/>
                      <a:endParaRPr lang="en-GB" sz="900" b="0" dirty="0">
                        <a:solidFill>
                          <a:srgbClr val="000000"/>
                        </a:solidFill>
                        <a:latin typeface="+mn-lt"/>
                      </a:endParaRPr>
                    </a:p>
                  </a:txBody>
                  <a:tcPr marL="36000" marR="36000" marT="36000" marB="36000">
                    <a:lnT w="38100" cmpd="sng">
                      <a:noFill/>
                    </a:lnT>
                    <a:lnB w="6350" cap="flat" cmpd="sng" algn="ctr">
                      <a:noFill/>
                      <a:prstDash val="solid"/>
                      <a:round/>
                      <a:headEnd type="none" w="med" len="med"/>
                      <a:tailEnd type="none" w="med" len="med"/>
                    </a:lnB>
                    <a:noFill/>
                  </a:tcPr>
                </a:tc>
                <a:extLst>
                  <a:ext uri="{0D108BD9-81ED-4DB2-BD59-A6C34878D82A}">
                    <a16:rowId xmlns:a16="http://schemas.microsoft.com/office/drawing/2014/main" val="3537963469"/>
                  </a:ext>
                </a:extLst>
              </a:tr>
              <a:tr h="255600">
                <a:tc gridSpan="2">
                  <a:txBody>
                    <a:bodyPr/>
                    <a:lstStyle/>
                    <a:p>
                      <a:pPr algn="ctr"/>
                      <a:r>
                        <a:rPr lang="en-GB" sz="1000" dirty="0">
                          <a:solidFill>
                            <a:schemeClr val="bg1"/>
                          </a:solidFill>
                          <a:latin typeface="+mj-lt"/>
                        </a:rPr>
                        <a:t>2023</a:t>
                      </a:r>
                    </a:p>
                  </a:txBody>
                  <a:tcPr>
                    <a:lnL w="12700" cmpd="sng">
                      <a:noFill/>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90000"/>
                        <a:alpha val="40000"/>
                      </a:schemeClr>
                    </a:solidFill>
                  </a:tcPr>
                </a:tc>
                <a:tc hMerge="1">
                  <a:txBody>
                    <a:bodyPr/>
                    <a:lstStyle/>
                    <a:p>
                      <a:pPr algn="ctr"/>
                      <a:endParaRPr lang="en-GB" sz="1000" dirty="0">
                        <a:solidFill>
                          <a:schemeClr val="bg1"/>
                        </a:solidFill>
                        <a:latin typeface="+mj-lt"/>
                      </a:endParaRPr>
                    </a:p>
                  </a:txBody>
                  <a:tcPr>
                    <a:lnL w="12700" cmpd="sng">
                      <a:noFill/>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90000"/>
                        <a:alpha val="40000"/>
                      </a:schemeClr>
                    </a:solidFill>
                  </a:tcPr>
                </a:tc>
                <a:tc gridSpan="2">
                  <a:txBody>
                    <a:bodyPr/>
                    <a:lstStyle/>
                    <a:p>
                      <a:pPr algn="ctr"/>
                      <a:r>
                        <a:rPr lang="en-GB" sz="1000" dirty="0">
                          <a:solidFill>
                            <a:schemeClr val="bg1"/>
                          </a:solidFill>
                          <a:latin typeface="+mj-lt"/>
                        </a:rPr>
                        <a:t>2024</a:t>
                      </a:r>
                    </a:p>
                  </a:txBody>
                  <a:tcPr>
                    <a:lnL w="3175"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90000"/>
                        <a:alpha val="69804"/>
                      </a:schemeClr>
                    </a:solidFill>
                  </a:tcPr>
                </a:tc>
                <a:tc hMerge="1">
                  <a:txBody>
                    <a:bodyPr/>
                    <a:lstStyle/>
                    <a:p>
                      <a:pPr algn="ctr"/>
                      <a:endParaRPr lang="en-GB" sz="1000" dirty="0">
                        <a:solidFill>
                          <a:schemeClr val="bg1"/>
                        </a:solidFill>
                        <a:latin typeface="+mj-lt"/>
                      </a:endParaRPr>
                    </a:p>
                  </a:txBody>
                  <a:tcPr>
                    <a:lnL w="3175"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90000"/>
                        <a:alpha val="69804"/>
                      </a:schemeClr>
                    </a:solidFill>
                  </a:tcPr>
                </a:tc>
                <a:extLst>
                  <a:ext uri="{0D108BD9-81ED-4DB2-BD59-A6C34878D82A}">
                    <a16:rowId xmlns:a16="http://schemas.microsoft.com/office/drawing/2014/main" val="433503346"/>
                  </a:ext>
                </a:extLst>
              </a:tr>
              <a:tr h="648000">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14,363</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CO</a:t>
                      </a:r>
                      <a:r>
                        <a:rPr lang="en-GB" sz="1000" b="0" baseline="-25000" dirty="0">
                          <a:latin typeface="Rathbones Sans" pitchFamily="2" charset="0"/>
                        </a:rPr>
                        <a:t>2</a:t>
                      </a:r>
                      <a:r>
                        <a:rPr lang="en-GB" sz="1000" b="0" dirty="0">
                          <a:latin typeface="Rathbones Sans" pitchFamily="2" charset="0"/>
                        </a:rPr>
                        <a:t>e</a:t>
                      </a:r>
                    </a:p>
                  </a:txBody>
                  <a:tcPr marL="36000" marR="36000" marT="18000" marB="18000">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noFill/>
                  </a:tcPr>
                </a:tc>
                <a:tc>
                  <a:txBody>
                    <a:bodyPr/>
                    <a:lstStyle/>
                    <a:p>
                      <a:pPr algn="ctr" defTabSz="736216">
                        <a:lnSpc>
                          <a:spcPct val="100000"/>
                        </a:lnSpc>
                        <a:spcBef>
                          <a:spcPts val="0"/>
                        </a:spcBef>
                        <a:spcAft>
                          <a:spcPts val="0"/>
                        </a:spcAft>
                      </a:pPr>
                      <a:r>
                        <a:rPr lang="en-GB" sz="1800" kern="1200" dirty="0">
                          <a:solidFill>
                            <a:srgbClr val="FF0000"/>
                          </a:solidFill>
                          <a:latin typeface="+mj-lt"/>
                          <a:ea typeface="+mn-ea"/>
                          <a:cs typeface="+mn-cs"/>
                        </a:rPr>
                        <a:t>[  ]</a:t>
                      </a:r>
                    </a:p>
                    <a:p>
                      <a:pPr marL="0" marR="0" lvl="0" indent="0" algn="ctr" defTabSz="736216" rtl="0" eaLnBrk="1" fontAlgn="auto" latinLnBrk="0" hangingPunct="1">
                        <a:lnSpc>
                          <a:spcPct val="100000"/>
                        </a:lnSpc>
                        <a:spcBef>
                          <a:spcPts val="0"/>
                        </a:spcBef>
                        <a:spcAft>
                          <a:spcPts val="0"/>
                        </a:spcAft>
                        <a:buClrTx/>
                        <a:buSzTx/>
                        <a:buFontTx/>
                        <a:buNone/>
                        <a:tabLst/>
                        <a:defRPr/>
                      </a:pPr>
                      <a:r>
                        <a:rPr lang="en-GB" sz="1000" b="0" dirty="0">
                          <a:latin typeface="Rathbones Sans" pitchFamily="2" charset="0"/>
                        </a:rPr>
                        <a:t>tonnes </a:t>
                      </a:r>
                      <a:br>
                        <a:rPr lang="en-GB" sz="1000" b="0" dirty="0">
                          <a:latin typeface="Rathbones Sans" pitchFamily="2" charset="0"/>
                        </a:rPr>
                      </a:br>
                      <a:r>
                        <a:rPr lang="en-GB" sz="1000" b="0" dirty="0">
                          <a:latin typeface="Rathbones Sans" pitchFamily="2" charset="0"/>
                        </a:rPr>
                        <a:t>CO</a:t>
                      </a:r>
                      <a:r>
                        <a:rPr lang="en-GB" sz="1000" b="0" baseline="-25000" dirty="0">
                          <a:latin typeface="Rathbones Sans" pitchFamily="2" charset="0"/>
                        </a:rPr>
                        <a:t>2</a:t>
                      </a:r>
                      <a:r>
                        <a:rPr lang="en-GB" sz="1000" b="0" dirty="0">
                          <a:latin typeface="Rathbones Sans" pitchFamily="2" charset="0"/>
                        </a:rPr>
                        <a:t>e/£M sales</a:t>
                      </a:r>
                      <a:endParaRPr lang="en-GB" sz="1100" dirty="0"/>
                    </a:p>
                  </a:txBody>
                  <a:tcPr marL="36000" marR="36000" marT="18000" marB="18000">
                    <a:lnL w="3175" cap="flat" cmpd="sng" algn="ctr">
                      <a:solidFill>
                        <a:schemeClr val="tx1"/>
                      </a:solidFill>
                      <a:prstDash val="solid"/>
                      <a:round/>
                      <a:headEnd type="none" w="med" len="med"/>
                      <a:tailEnd type="none" w="med" len="med"/>
                    </a:lnL>
                    <a:lnT w="6350" cap="flat" cmpd="sng" algn="ctr">
                      <a:noFill/>
                      <a:prstDash val="solid"/>
                      <a:round/>
                      <a:headEnd type="none" w="med" len="med"/>
                      <a:tailEnd type="none" w="med" len="med"/>
                    </a:lnT>
                    <a:noFill/>
                  </a:tcPr>
                </a:tc>
                <a:extLst>
                  <a:ext uri="{0D108BD9-81ED-4DB2-BD59-A6C34878D82A}">
                    <a16:rowId xmlns:a16="http://schemas.microsoft.com/office/drawing/2014/main" val="199736773"/>
                  </a:ext>
                </a:extLst>
              </a:tr>
              <a:tr h="432000">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54%</a:t>
                      </a:r>
                      <a:endParaRPr lang="en-GB" sz="900" dirty="0">
                        <a:latin typeface="Rathbones Sans" pitchFamily="2" charset="0"/>
                      </a:endParaRPr>
                    </a:p>
                  </a:txBody>
                  <a:tcPr marL="36000" marR="36000" marT="18000" marB="18000">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a:txBody>
                    <a:bodyPr/>
                    <a:lstStyle/>
                    <a:p>
                      <a:pPr algn="ctr" defTabSz="736216">
                        <a:lnSpc>
                          <a:spcPct val="100000"/>
                        </a:lnSpc>
                        <a:spcBef>
                          <a:spcPts val="0"/>
                        </a:spcBef>
                        <a:spcAft>
                          <a:spcPts val="0"/>
                        </a:spcAft>
                      </a:pPr>
                      <a:r>
                        <a:rPr lang="en-GB" sz="900" dirty="0">
                          <a:solidFill>
                            <a:srgbClr val="000000"/>
                          </a:solidFill>
                          <a:latin typeface="Rathbones Sans Light" pitchFamily="2" charset="0"/>
                        </a:rPr>
                        <a:t>Data coverage </a:t>
                      </a:r>
                      <a:br>
                        <a:rPr lang="en-GB" sz="900" dirty="0">
                          <a:solidFill>
                            <a:srgbClr val="000000"/>
                          </a:solidFill>
                          <a:latin typeface="Rathbones Sans Light" pitchFamily="2" charset="0"/>
                        </a:rPr>
                      </a:br>
                      <a:r>
                        <a:rPr lang="en-GB" sz="900" dirty="0">
                          <a:solidFill>
                            <a:srgbClr val="FF0000"/>
                          </a:solidFill>
                          <a:latin typeface="Rathbones Sans" pitchFamily="2" charset="0"/>
                        </a:rPr>
                        <a:t>[  ]%</a:t>
                      </a:r>
                    </a:p>
                  </a:txBody>
                  <a:tcPr marL="36000" marR="36000" marT="18000" marB="18000">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9436954"/>
                  </a:ext>
                </a:extLst>
              </a:tr>
            </a:tbl>
          </a:graphicData>
        </a:graphic>
      </p:graphicFrame>
      <p:sp>
        <p:nvSpPr>
          <p:cNvPr id="22" name="Text Placeholder 3">
            <a:extLst>
              <a:ext uri="{FF2B5EF4-FFF2-40B4-BE49-F238E27FC236}">
                <a16:creationId xmlns:a16="http://schemas.microsoft.com/office/drawing/2014/main" id="{7A1AC572-3C80-89A0-F776-A49AB78AFA4B}"/>
              </a:ext>
            </a:extLst>
          </p:cNvPr>
          <p:cNvSpPr txBox="1">
            <a:spLocks/>
          </p:cNvSpPr>
          <p:nvPr/>
        </p:nvSpPr>
        <p:spPr>
          <a:xfrm>
            <a:off x="233741" y="4555617"/>
            <a:ext cx="4608906" cy="138499"/>
          </a:xfrm>
          <a:prstGeom prst="rect">
            <a:avLst/>
          </a:prstGeom>
        </p:spPr>
        <p:txBody>
          <a:bodyPr vert="horz" wrap="square" lIns="0" tIns="0" rIns="0" bIns="0" rtlCol="0">
            <a:spAutoFit/>
          </a:bodyPr>
          <a:lstStyle>
            <a:lvl1pPr marL="0" indent="0" algn="l" defTabSz="711913" rtl="0" eaLnBrk="1" latinLnBrk="0" hangingPunct="1">
              <a:lnSpc>
                <a:spcPct val="100000"/>
              </a:lnSpc>
              <a:spcBef>
                <a:spcPts val="0"/>
              </a:spcBef>
              <a:spcAft>
                <a:spcPts val="600"/>
              </a:spcAft>
              <a:buFont typeface="Georgia" panose="02040502050405020303" pitchFamily="18" charset="0"/>
              <a:buNone/>
              <a:tabLst/>
              <a:defRPr sz="1100" b="0" i="0" kern="1200" spc="-15" baseline="0">
                <a:solidFill>
                  <a:schemeClr val="tx1"/>
                </a:solidFill>
                <a:latin typeface="Rathbones Sans Light" pitchFamily="2" charset="0"/>
                <a:ea typeface="+mn-ea"/>
                <a:cs typeface="+mn-cs"/>
              </a:defRPr>
            </a:lvl1pPr>
            <a:lvl2pPr marL="0" indent="0" algn="l" defTabSz="711913" rtl="0" eaLnBrk="1" latinLnBrk="0" hangingPunct="1">
              <a:lnSpc>
                <a:spcPct val="101000"/>
              </a:lnSpc>
              <a:spcBef>
                <a:spcPts val="0"/>
              </a:spcBef>
              <a:spcAft>
                <a:spcPts val="1324"/>
              </a:spcAft>
              <a:buFont typeface="Arial" panose="020B0604020202020204" pitchFamily="34" charset="0"/>
              <a:buNone/>
              <a:defRPr sz="1100" b="0" kern="1200" spc="-15" baseline="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8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a:lstStyle>
          <a:p>
            <a:pPr marL="171450" indent="-171450">
              <a:spcAft>
                <a:spcPts val="300"/>
              </a:spcAft>
              <a:buFont typeface="Rathbones Sans Light" pitchFamily="2" charset="0"/>
              <a:buChar char="—"/>
            </a:pPr>
            <a:r>
              <a:rPr lang="en-GB" sz="900" dirty="0"/>
              <a:t>[</a:t>
            </a:r>
            <a:r>
              <a:rPr lang="en-GB" sz="900" b="1" dirty="0">
                <a:solidFill>
                  <a:schemeClr val="accent1">
                    <a:lumMod val="50000"/>
                    <a:lumOff val="50000"/>
                  </a:schemeClr>
                </a:solidFill>
              </a:rPr>
              <a:t>FM Commentary 3 or FM Commentary S12</a:t>
            </a:r>
            <a:r>
              <a:rPr lang="en-GB" sz="900" dirty="0"/>
              <a:t> ]</a:t>
            </a:r>
          </a:p>
        </p:txBody>
      </p:sp>
      <p:sp>
        <p:nvSpPr>
          <p:cNvPr id="23" name="Text Placeholder 3">
            <a:extLst>
              <a:ext uri="{FF2B5EF4-FFF2-40B4-BE49-F238E27FC236}">
                <a16:creationId xmlns:a16="http://schemas.microsoft.com/office/drawing/2014/main" id="{A1B71898-F38E-BE90-F1C4-553AA1BF1DF1}"/>
              </a:ext>
            </a:extLst>
          </p:cNvPr>
          <p:cNvSpPr txBox="1">
            <a:spLocks/>
          </p:cNvSpPr>
          <p:nvPr/>
        </p:nvSpPr>
        <p:spPr>
          <a:xfrm>
            <a:off x="5069912" y="4555617"/>
            <a:ext cx="4608906" cy="138499"/>
          </a:xfrm>
          <a:prstGeom prst="rect">
            <a:avLst/>
          </a:prstGeom>
        </p:spPr>
        <p:txBody>
          <a:bodyPr vert="horz" wrap="square" lIns="0" tIns="0" rIns="0" bIns="0" rtlCol="0">
            <a:spAutoFit/>
          </a:bodyPr>
          <a:lstStyle>
            <a:lvl1pPr marL="0" indent="0" algn="l" defTabSz="711913" rtl="0" eaLnBrk="1" latinLnBrk="0" hangingPunct="1">
              <a:lnSpc>
                <a:spcPct val="100000"/>
              </a:lnSpc>
              <a:spcBef>
                <a:spcPts val="0"/>
              </a:spcBef>
              <a:spcAft>
                <a:spcPts val="600"/>
              </a:spcAft>
              <a:buFont typeface="Georgia" panose="02040502050405020303" pitchFamily="18" charset="0"/>
              <a:buNone/>
              <a:tabLst/>
              <a:defRPr sz="1100" b="0" i="0" kern="1200" spc="-15" baseline="0">
                <a:solidFill>
                  <a:schemeClr val="tx1"/>
                </a:solidFill>
                <a:latin typeface="Rathbones Sans Light" pitchFamily="2" charset="0"/>
                <a:ea typeface="+mn-ea"/>
                <a:cs typeface="+mn-cs"/>
              </a:defRPr>
            </a:lvl1pPr>
            <a:lvl2pPr marL="0" indent="0" algn="l" defTabSz="711913" rtl="0" eaLnBrk="1" latinLnBrk="0" hangingPunct="1">
              <a:lnSpc>
                <a:spcPct val="101000"/>
              </a:lnSpc>
              <a:spcBef>
                <a:spcPts val="0"/>
              </a:spcBef>
              <a:spcAft>
                <a:spcPts val="1324"/>
              </a:spcAft>
              <a:buFont typeface="Arial" panose="020B0604020202020204" pitchFamily="34" charset="0"/>
              <a:buNone/>
              <a:defRPr sz="1100" b="0" kern="1200" spc="-15" baseline="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8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a:lstStyle>
          <a:p>
            <a:pPr marL="171450" indent="-171450">
              <a:spcAft>
                <a:spcPts val="300"/>
              </a:spcAft>
              <a:buFont typeface="Rathbones Sans Light" pitchFamily="2" charset="0"/>
              <a:buChar char="—"/>
            </a:pPr>
            <a:r>
              <a:rPr lang="en-GB" sz="900" dirty="0"/>
              <a:t>[</a:t>
            </a:r>
            <a:r>
              <a:rPr lang="en-GB" sz="900" b="1" dirty="0">
                <a:solidFill>
                  <a:schemeClr val="accent1">
                    <a:lumMod val="50000"/>
                    <a:lumOff val="50000"/>
                  </a:schemeClr>
                </a:solidFill>
              </a:rPr>
              <a:t>FM Commentary 4 or FM Commentary S3</a:t>
            </a:r>
            <a:r>
              <a:rPr lang="en-GB" sz="900" dirty="0"/>
              <a:t> ]</a:t>
            </a:r>
          </a:p>
        </p:txBody>
      </p:sp>
    </p:spTree>
    <p:extLst>
      <p:ext uri="{BB962C8B-B14F-4D97-AF65-F5344CB8AC3E}">
        <p14:creationId xmlns:p14="http://schemas.microsoft.com/office/powerpoint/2010/main" val="105613050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22E8DD9-D44C-020B-5D39-917C9AC6B995}"/>
              </a:ext>
            </a:extLst>
          </p:cNvPr>
          <p:cNvSpPr/>
          <p:nvPr/>
        </p:nvSpPr>
        <p:spPr>
          <a:xfrm>
            <a:off x="4953000" y="0"/>
            <a:ext cx="4953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Footer Placeholder 1">
            <a:extLst>
              <a:ext uri="{FF2B5EF4-FFF2-40B4-BE49-F238E27FC236}">
                <a16:creationId xmlns:a16="http://schemas.microsoft.com/office/drawing/2014/main" id="{49447A84-620E-572F-1896-9A9702D29FDE}"/>
              </a:ext>
            </a:extLst>
          </p:cNvPr>
          <p:cNvSpPr>
            <a:spLocks noGrp="1"/>
          </p:cNvSpPr>
          <p:nvPr>
            <p:ph type="ftr" sz="quarter" idx="11"/>
          </p:nvPr>
        </p:nvSpPr>
        <p:spPr/>
        <p:txBody>
          <a:bodyPr/>
          <a:lstStyle/>
          <a:p>
            <a:r>
              <a:rPr lang="en-GB"/>
              <a:t>Rathbones Asset Management | Rathbone UK Opportunities Fund</a:t>
            </a:r>
            <a:endParaRPr lang="en-GB" dirty="0"/>
          </a:p>
        </p:txBody>
      </p:sp>
      <p:sp>
        <p:nvSpPr>
          <p:cNvPr id="3" name="Slide Number Placeholder 2">
            <a:extLst>
              <a:ext uri="{FF2B5EF4-FFF2-40B4-BE49-F238E27FC236}">
                <a16:creationId xmlns:a16="http://schemas.microsoft.com/office/drawing/2014/main" id="{662221C3-1782-046A-3F6F-92D491258183}"/>
              </a:ext>
            </a:extLst>
          </p:cNvPr>
          <p:cNvSpPr>
            <a:spLocks noGrp="1"/>
          </p:cNvSpPr>
          <p:nvPr>
            <p:ph type="sldNum" sz="quarter" idx="12"/>
          </p:nvPr>
        </p:nvSpPr>
        <p:spPr/>
        <p:txBody>
          <a:bodyPr/>
          <a:lstStyle/>
          <a:p>
            <a:fld id="{91D568E7-61F5-D04E-995D-81EF41C01A2A}" type="slidenum">
              <a:rPr lang="en-GB" smtClean="0">
                <a:solidFill>
                  <a:schemeClr val="bg1"/>
                </a:solidFill>
              </a:rPr>
              <a:t>4</a:t>
            </a:fld>
            <a:endParaRPr lang="en-GB">
              <a:solidFill>
                <a:schemeClr val="bg1"/>
              </a:solidFill>
            </a:endParaRPr>
          </a:p>
        </p:txBody>
      </p:sp>
      <p:sp>
        <p:nvSpPr>
          <p:cNvPr id="7" name="Title 6">
            <a:extLst>
              <a:ext uri="{FF2B5EF4-FFF2-40B4-BE49-F238E27FC236}">
                <a16:creationId xmlns:a16="http://schemas.microsoft.com/office/drawing/2014/main" id="{86D90657-B06C-E176-08EF-5BAEAA69BEB2}"/>
              </a:ext>
            </a:extLst>
          </p:cNvPr>
          <p:cNvSpPr>
            <a:spLocks noGrp="1"/>
          </p:cNvSpPr>
          <p:nvPr>
            <p:ph type="title"/>
          </p:nvPr>
        </p:nvSpPr>
        <p:spPr>
          <a:xfrm>
            <a:off x="229728" y="640924"/>
            <a:ext cx="4606858" cy="283154"/>
          </a:xfrm>
        </p:spPr>
        <p:txBody>
          <a:bodyPr/>
          <a:lstStyle/>
          <a:p>
            <a:r>
              <a:rPr lang="en-GB" dirty="0"/>
              <a:t>Implied temperature rise</a:t>
            </a:r>
          </a:p>
        </p:txBody>
      </p:sp>
      <p:sp>
        <p:nvSpPr>
          <p:cNvPr id="8" name="Rectangle 7">
            <a:extLst>
              <a:ext uri="{FF2B5EF4-FFF2-40B4-BE49-F238E27FC236}">
                <a16:creationId xmlns:a16="http://schemas.microsoft.com/office/drawing/2014/main" id="{38DCECF6-7CEE-FE44-C039-5DBFAF139359}"/>
              </a:ext>
            </a:extLst>
          </p:cNvPr>
          <p:cNvSpPr/>
          <p:nvPr/>
        </p:nvSpPr>
        <p:spPr>
          <a:xfrm>
            <a:off x="590550" y="1941517"/>
            <a:ext cx="3657600" cy="1221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lstStyle/>
          <a:p>
            <a:pPr algn="ctr" defTabSz="736216">
              <a:spcAft>
                <a:spcPts val="600"/>
              </a:spcAft>
            </a:pPr>
            <a:r>
              <a:rPr lang="en-GB" sz="1400" dirty="0">
                <a:solidFill>
                  <a:srgbClr val="000000"/>
                </a:solidFill>
                <a:latin typeface="+mj-lt"/>
              </a:rPr>
              <a:t>IMPLIED TEMPERATURE RISE</a:t>
            </a:r>
          </a:p>
          <a:p>
            <a:pPr algn="ctr" defTabSz="736216"/>
            <a:r>
              <a:rPr lang="en-GB" sz="1100" dirty="0">
                <a:solidFill>
                  <a:schemeClr val="tx1"/>
                </a:solidFill>
                <a:latin typeface="Rathbones Sans Light" pitchFamily="2" charset="0"/>
              </a:rPr>
              <a:t>The Implied Temperature Rise (ITR) is a forward- looking metric which provides an indication of how well the fund aligns with the ambitions of the Paris Agreement calculated in degrees Celsius.</a:t>
            </a:r>
          </a:p>
        </p:txBody>
      </p:sp>
      <p:sp>
        <p:nvSpPr>
          <p:cNvPr id="10" name="TextBox 9">
            <a:extLst>
              <a:ext uri="{FF2B5EF4-FFF2-40B4-BE49-F238E27FC236}">
                <a16:creationId xmlns:a16="http://schemas.microsoft.com/office/drawing/2014/main" id="{9E7A647A-E8DD-BA5B-8D11-CA502519A1F5}"/>
              </a:ext>
            </a:extLst>
          </p:cNvPr>
          <p:cNvSpPr txBox="1"/>
          <p:nvPr/>
        </p:nvSpPr>
        <p:spPr>
          <a:xfrm>
            <a:off x="5641975" y="1941517"/>
            <a:ext cx="3457575" cy="1446550"/>
          </a:xfrm>
          <a:prstGeom prst="rect">
            <a:avLst/>
          </a:prstGeom>
          <a:noFill/>
        </p:spPr>
        <p:txBody>
          <a:bodyPr wrap="square" rtlCol="0">
            <a:noAutofit/>
          </a:bodyPr>
          <a:lstStyle/>
          <a:p>
            <a:pPr algn="ctr">
              <a:spcAft>
                <a:spcPts val="1200"/>
              </a:spcAft>
            </a:pPr>
            <a:r>
              <a:rPr lang="en-GB" sz="1400" dirty="0">
                <a:solidFill>
                  <a:schemeClr val="bg1"/>
                </a:solidFill>
                <a:latin typeface="+mj-lt"/>
              </a:rPr>
              <a:t>HOW DO THESE SCENARIOS </a:t>
            </a:r>
            <a:br>
              <a:rPr lang="en-GB" sz="1400" dirty="0">
                <a:solidFill>
                  <a:schemeClr val="bg1"/>
                </a:solidFill>
                <a:latin typeface="+mj-lt"/>
              </a:rPr>
            </a:br>
            <a:r>
              <a:rPr lang="en-GB" sz="1400" dirty="0">
                <a:solidFill>
                  <a:schemeClr val="bg1"/>
                </a:solidFill>
                <a:latin typeface="+mj-lt"/>
              </a:rPr>
              <a:t>ALIGN TO PARIS AGREEMENT COMMITMENTS?</a:t>
            </a:r>
          </a:p>
          <a:p>
            <a:pPr algn="ctr"/>
            <a:r>
              <a:rPr lang="en-GB" sz="1400" dirty="0">
                <a:solidFill>
                  <a:schemeClr val="bg1"/>
                </a:solidFill>
              </a:rPr>
              <a:t>The Paris Agreement’s central aim is </a:t>
            </a:r>
            <a:br>
              <a:rPr lang="en-GB" sz="1400" dirty="0">
                <a:solidFill>
                  <a:schemeClr val="bg1"/>
                </a:solidFill>
              </a:rPr>
            </a:br>
            <a:r>
              <a:rPr lang="en-GB" sz="1400" dirty="0">
                <a:solidFill>
                  <a:schemeClr val="bg1"/>
                </a:solidFill>
              </a:rPr>
              <a:t>to strengthen the global response to the threat of climate change by keeping the global temperature rise this century to well below 2 degrees Celsius above pre-industrial levels</a:t>
            </a:r>
          </a:p>
        </p:txBody>
      </p:sp>
      <p:grpSp>
        <p:nvGrpSpPr>
          <p:cNvPr id="21" name="Group 20">
            <a:extLst>
              <a:ext uri="{FF2B5EF4-FFF2-40B4-BE49-F238E27FC236}">
                <a16:creationId xmlns:a16="http://schemas.microsoft.com/office/drawing/2014/main" id="{836AC115-26E4-125B-B2D3-559BCD01A9C5}"/>
              </a:ext>
            </a:extLst>
          </p:cNvPr>
          <p:cNvGrpSpPr/>
          <p:nvPr/>
        </p:nvGrpSpPr>
        <p:grpSpPr>
          <a:xfrm>
            <a:off x="1038883" y="3577861"/>
            <a:ext cx="2663600" cy="1416576"/>
            <a:chOff x="295409" y="4183485"/>
            <a:chExt cx="2663600" cy="1416576"/>
          </a:xfrm>
        </p:grpSpPr>
        <p:pic>
          <p:nvPicPr>
            <p:cNvPr id="12" name="Picture 11">
              <a:extLst>
                <a:ext uri="{FF2B5EF4-FFF2-40B4-BE49-F238E27FC236}">
                  <a16:creationId xmlns:a16="http://schemas.microsoft.com/office/drawing/2014/main" id="{8A7966F0-1EC1-3B49-C940-449E7017E96B}"/>
                </a:ext>
              </a:extLst>
            </p:cNvPr>
            <p:cNvPicPr>
              <a:picLocks noChangeAspect="1"/>
            </p:cNvPicPr>
            <p:nvPr/>
          </p:nvPicPr>
          <p:blipFill>
            <a:blip r:embed="rId3"/>
            <a:stretch>
              <a:fillRect/>
            </a:stretch>
          </p:blipFill>
          <p:spPr>
            <a:xfrm>
              <a:off x="295409" y="4183485"/>
              <a:ext cx="530875" cy="1416576"/>
            </a:xfrm>
            <a:prstGeom prst="rect">
              <a:avLst/>
            </a:prstGeom>
          </p:spPr>
        </p:pic>
        <p:sp>
          <p:nvSpPr>
            <p:cNvPr id="16" name="TextBox 15">
              <a:extLst>
                <a:ext uri="{FF2B5EF4-FFF2-40B4-BE49-F238E27FC236}">
                  <a16:creationId xmlns:a16="http://schemas.microsoft.com/office/drawing/2014/main" id="{AFC3373E-4F19-E348-A41B-03A2B0A39F7F}"/>
                </a:ext>
              </a:extLst>
            </p:cNvPr>
            <p:cNvSpPr txBox="1"/>
            <p:nvPr/>
          </p:nvSpPr>
          <p:spPr>
            <a:xfrm>
              <a:off x="1041917" y="4340387"/>
              <a:ext cx="1917092" cy="1102772"/>
            </a:xfrm>
            <a:prstGeom prst="rect">
              <a:avLst/>
            </a:prstGeom>
            <a:noFill/>
          </p:spPr>
          <p:txBody>
            <a:bodyPr wrap="square" lIns="0" tIns="0" rIns="0" bIns="0" rtlCol="0">
              <a:noAutofit/>
            </a:bodyPr>
            <a:lstStyle/>
            <a:p>
              <a:pPr>
                <a:lnSpc>
                  <a:spcPct val="150000"/>
                </a:lnSpc>
              </a:pPr>
              <a:r>
                <a:rPr lang="en-GB" sz="1100" dirty="0">
                  <a:solidFill>
                    <a:srgbClr val="FF0000"/>
                  </a:solidFill>
                  <a:latin typeface="+mj-lt"/>
                </a:rPr>
                <a:t>X.X</a:t>
              </a:r>
              <a:r>
                <a:rPr lang="en-GB" sz="1100" dirty="0">
                  <a:solidFill>
                    <a:srgbClr val="FF0000"/>
                  </a:solidFill>
                  <a:latin typeface="+mj-lt"/>
                  <a:sym typeface="Symbol" panose="05050102010706020507" pitchFamily="18" charset="2"/>
                </a:rPr>
                <a:t>C </a:t>
              </a:r>
              <a:r>
                <a:rPr lang="en-GB" sz="1100" dirty="0">
                  <a:latin typeface="+mj-lt"/>
                  <a:sym typeface="Symbol" panose="05050102010706020507" pitchFamily="18" charset="2"/>
                </a:rPr>
                <a:t>ITR Figure </a:t>
              </a:r>
              <a:r>
                <a:rPr lang="en-GB" sz="1100" dirty="0">
                  <a:latin typeface="+mj-lt"/>
                </a:rPr>
                <a:t> </a:t>
              </a:r>
            </a:p>
            <a:p>
              <a:pPr>
                <a:lnSpc>
                  <a:spcPct val="150000"/>
                </a:lnSpc>
              </a:pPr>
              <a:r>
                <a:rPr lang="en-GB" sz="1100" dirty="0">
                  <a:solidFill>
                    <a:srgbClr val="FF0000"/>
                  </a:solidFill>
                  <a:latin typeface="+mj-lt"/>
                </a:rPr>
                <a:t>[name] </a:t>
              </a:r>
              <a:r>
                <a:rPr lang="en-GB" sz="1100" dirty="0">
                  <a:latin typeface="+mj-lt"/>
                </a:rPr>
                <a:t>portfolio</a:t>
              </a:r>
              <a:endParaRPr lang="en-GB" sz="1100" dirty="0"/>
            </a:p>
            <a:p>
              <a:pPr>
                <a:lnSpc>
                  <a:spcPct val="150000"/>
                </a:lnSpc>
              </a:pPr>
              <a:r>
                <a:rPr lang="en-GB" sz="1100" dirty="0">
                  <a:solidFill>
                    <a:srgbClr val="FF0000"/>
                  </a:solidFill>
                </a:rPr>
                <a:t>1.5 - 2</a:t>
              </a:r>
              <a:r>
                <a:rPr lang="en-GB" sz="1100" dirty="0">
                  <a:solidFill>
                    <a:srgbClr val="FF0000"/>
                  </a:solidFill>
                  <a:sym typeface="Symbol" panose="05050102010706020507" pitchFamily="18" charset="2"/>
                </a:rPr>
                <a:t>C </a:t>
              </a:r>
              <a:r>
                <a:rPr lang="en-GB" sz="1100" dirty="0">
                  <a:solidFill>
                    <a:srgbClr val="FF0000"/>
                  </a:solidFill>
                </a:rPr>
                <a:t> </a:t>
              </a:r>
            </a:p>
            <a:p>
              <a:pPr>
                <a:lnSpc>
                  <a:spcPct val="150000"/>
                </a:lnSpc>
              </a:pPr>
              <a:r>
                <a:rPr lang="en-GB" sz="1100" dirty="0"/>
                <a:t>Paris agreement target</a:t>
              </a:r>
            </a:p>
          </p:txBody>
        </p:sp>
        <p:sp>
          <p:nvSpPr>
            <p:cNvPr id="17" name="Rectangle: Top Corners Rounded 16">
              <a:extLst>
                <a:ext uri="{FF2B5EF4-FFF2-40B4-BE49-F238E27FC236}">
                  <a16:creationId xmlns:a16="http://schemas.microsoft.com/office/drawing/2014/main" id="{35C4CC03-6951-8470-7AAD-9BB896FCC64D}"/>
                </a:ext>
              </a:extLst>
            </p:cNvPr>
            <p:cNvSpPr/>
            <p:nvPr/>
          </p:nvSpPr>
          <p:spPr>
            <a:xfrm>
              <a:off x="511042" y="4420358"/>
              <a:ext cx="87555" cy="315880"/>
            </a:xfrm>
            <a:prstGeom prst="round2SameRect">
              <a:avLst>
                <a:gd name="adj1" fmla="val 50000"/>
                <a:gd name="adj2" fmla="val 0"/>
              </a:avLst>
            </a:prstGeom>
            <a:pattFill prst="ltUpDiag">
              <a:fgClr>
                <a:srgbClr val="19197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Top Corners Rounded 17">
              <a:extLst>
                <a:ext uri="{FF2B5EF4-FFF2-40B4-BE49-F238E27FC236}">
                  <a16:creationId xmlns:a16="http://schemas.microsoft.com/office/drawing/2014/main" id="{7E649FC0-7029-A0A5-7C49-3BBE159F9C52}"/>
                </a:ext>
              </a:extLst>
            </p:cNvPr>
            <p:cNvSpPr/>
            <p:nvPr/>
          </p:nvSpPr>
          <p:spPr>
            <a:xfrm>
              <a:off x="511042" y="4680577"/>
              <a:ext cx="87555" cy="516448"/>
            </a:xfrm>
            <a:prstGeom prst="round2SameRect">
              <a:avLst>
                <a:gd name="adj1" fmla="val 50000"/>
                <a:gd name="adj2" fmla="val 0"/>
              </a:avLst>
            </a:prstGeom>
            <a:solidFill>
              <a:srgbClr val="191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Placeholder 17">
            <a:extLst>
              <a:ext uri="{FF2B5EF4-FFF2-40B4-BE49-F238E27FC236}">
                <a16:creationId xmlns:a16="http://schemas.microsoft.com/office/drawing/2014/main" id="{49166830-A2A9-AB98-9289-602446904B72}"/>
              </a:ext>
            </a:extLst>
          </p:cNvPr>
          <p:cNvPicPr>
            <a:picLocks noChangeAspect="1"/>
          </p:cNvPicPr>
          <p:nvPr/>
        </p:nvPicPr>
        <p:blipFill rotWithShape="1">
          <a:blip r:embed="rId4" cstate="email">
            <a:alphaModFix amt="45000"/>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8297994" y="6462005"/>
            <a:ext cx="1379227" cy="148864"/>
          </a:xfrm>
          <a:prstGeom prst="rect">
            <a:avLst/>
          </a:prstGeom>
        </p:spPr>
      </p:pic>
      <p:sp>
        <p:nvSpPr>
          <p:cNvPr id="4" name="TextBox 3">
            <a:extLst>
              <a:ext uri="{FF2B5EF4-FFF2-40B4-BE49-F238E27FC236}">
                <a16:creationId xmlns:a16="http://schemas.microsoft.com/office/drawing/2014/main" id="{74C0CD86-861D-A5E4-7778-D28F2742FA6E}"/>
              </a:ext>
            </a:extLst>
          </p:cNvPr>
          <p:cNvSpPr txBox="1"/>
          <p:nvPr/>
        </p:nvSpPr>
        <p:spPr>
          <a:xfrm>
            <a:off x="229728" y="5836202"/>
            <a:ext cx="4593809" cy="153888"/>
          </a:xfrm>
          <a:prstGeom prst="rect">
            <a:avLst/>
          </a:prstGeom>
          <a:noFill/>
        </p:spPr>
        <p:txBody>
          <a:bodyPr wrap="square" lIns="0" tIns="0" rIns="0" bIns="0" rtlCol="0">
            <a:spAutoFit/>
          </a:bodyPr>
          <a:lstStyle/>
          <a:p>
            <a:r>
              <a:rPr lang="en-GB" sz="1000" dirty="0"/>
              <a:t>Disclaimer.</a:t>
            </a:r>
          </a:p>
        </p:txBody>
      </p:sp>
    </p:spTree>
    <p:extLst>
      <p:ext uri="{BB962C8B-B14F-4D97-AF65-F5344CB8AC3E}">
        <p14:creationId xmlns:p14="http://schemas.microsoft.com/office/powerpoint/2010/main" val="3641725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2C1060-2C8C-EE0C-932B-5BD2EB212698}"/>
              </a:ext>
            </a:extLst>
          </p:cNvPr>
          <p:cNvSpPr>
            <a:spLocks noGrp="1"/>
          </p:cNvSpPr>
          <p:nvPr>
            <p:ph type="ftr" sz="quarter" idx="11"/>
          </p:nvPr>
        </p:nvSpPr>
        <p:spPr/>
        <p:txBody>
          <a:bodyPr/>
          <a:lstStyle/>
          <a:p>
            <a:r>
              <a:rPr lang="en-GB"/>
              <a:t>Rathbones Asset Management | Rathbone UK Opportunities Fund</a:t>
            </a:r>
            <a:endParaRPr lang="en-GB" dirty="0"/>
          </a:p>
        </p:txBody>
      </p:sp>
      <p:sp>
        <p:nvSpPr>
          <p:cNvPr id="3" name="Slide Number Placeholder 2">
            <a:extLst>
              <a:ext uri="{FF2B5EF4-FFF2-40B4-BE49-F238E27FC236}">
                <a16:creationId xmlns:a16="http://schemas.microsoft.com/office/drawing/2014/main" id="{BCB611F1-04E7-4160-5E5E-0EA0382BCC59}"/>
              </a:ext>
            </a:extLst>
          </p:cNvPr>
          <p:cNvSpPr>
            <a:spLocks noGrp="1"/>
          </p:cNvSpPr>
          <p:nvPr>
            <p:ph type="sldNum" sz="quarter" idx="12"/>
          </p:nvPr>
        </p:nvSpPr>
        <p:spPr/>
        <p:txBody>
          <a:bodyPr/>
          <a:lstStyle/>
          <a:p>
            <a:fld id="{91D568E7-61F5-D04E-995D-81EF41C01A2A}" type="slidenum">
              <a:rPr lang="en-GB" smtClean="0"/>
              <a:t>5</a:t>
            </a:fld>
            <a:endParaRPr lang="en-GB"/>
          </a:p>
        </p:txBody>
      </p:sp>
      <p:sp>
        <p:nvSpPr>
          <p:cNvPr id="4" name="Text Placeholder 3">
            <a:extLst>
              <a:ext uri="{FF2B5EF4-FFF2-40B4-BE49-F238E27FC236}">
                <a16:creationId xmlns:a16="http://schemas.microsoft.com/office/drawing/2014/main" id="{CD733512-5DFF-DE9D-714E-3C5D0203DA00}"/>
              </a:ext>
            </a:extLst>
          </p:cNvPr>
          <p:cNvSpPr>
            <a:spLocks noGrp="1"/>
          </p:cNvSpPr>
          <p:nvPr>
            <p:ph type="body" sz="quarter" idx="13"/>
          </p:nvPr>
        </p:nvSpPr>
        <p:spPr>
          <a:xfrm>
            <a:off x="233740" y="1198800"/>
            <a:ext cx="9434013" cy="754053"/>
          </a:xfrm>
        </p:spPr>
        <p:txBody>
          <a:bodyPr>
            <a:noAutofit/>
          </a:bodyPr>
          <a:lstStyle/>
          <a:p>
            <a:pPr>
              <a:spcAft>
                <a:spcPts val="300"/>
              </a:spcAft>
            </a:pPr>
            <a:r>
              <a:rPr lang="en-GB" dirty="0"/>
              <a:t>Climate value at risk (</a:t>
            </a:r>
            <a:r>
              <a:rPr lang="en-GB" dirty="0" err="1"/>
              <a:t>CVaR</a:t>
            </a:r>
            <a:r>
              <a:rPr lang="en-GB" dirty="0"/>
              <a:t>) attempts to assess the potential financial loss or gain  from the portfolio as a result of climate change, including the impact of: Climate policy; New technology opportunities; Physical risks.</a:t>
            </a:r>
          </a:p>
          <a:p>
            <a:pPr>
              <a:spcAft>
                <a:spcPts val="300"/>
              </a:spcAft>
            </a:pPr>
            <a:r>
              <a:rPr lang="en-GB" dirty="0"/>
              <a:t>The 3 scenarios of climate change which we have assessed shows how a global temperature increase of between 1.5C and 3C by 2100 may impact your portfolio. We calculate these using MSCI’s Climate Value-at-Risk (Climate </a:t>
            </a:r>
            <a:r>
              <a:rPr lang="en-GB" dirty="0" err="1"/>
              <a:t>VaR</a:t>
            </a:r>
            <a:r>
              <a:rPr lang="en-GB" dirty="0"/>
              <a:t>) methodology.</a:t>
            </a:r>
          </a:p>
        </p:txBody>
      </p:sp>
      <p:sp>
        <p:nvSpPr>
          <p:cNvPr id="7" name="Title 6">
            <a:extLst>
              <a:ext uri="{FF2B5EF4-FFF2-40B4-BE49-F238E27FC236}">
                <a16:creationId xmlns:a16="http://schemas.microsoft.com/office/drawing/2014/main" id="{372B32AB-8464-10D9-F052-EC1B5567189F}"/>
              </a:ext>
            </a:extLst>
          </p:cNvPr>
          <p:cNvSpPr>
            <a:spLocks noGrp="1"/>
          </p:cNvSpPr>
          <p:nvPr>
            <p:ph type="title"/>
          </p:nvPr>
        </p:nvSpPr>
        <p:spPr>
          <a:xfrm>
            <a:off x="229728" y="640924"/>
            <a:ext cx="9438026" cy="283154"/>
          </a:xfrm>
        </p:spPr>
        <p:txBody>
          <a:bodyPr/>
          <a:lstStyle/>
          <a:p>
            <a:r>
              <a:rPr lang="en-GB" dirty="0"/>
              <a:t>Scenario Analysis</a:t>
            </a:r>
          </a:p>
        </p:txBody>
      </p:sp>
      <p:graphicFrame>
        <p:nvGraphicFramePr>
          <p:cNvPr id="10" name="Table 9">
            <a:extLst>
              <a:ext uri="{FF2B5EF4-FFF2-40B4-BE49-F238E27FC236}">
                <a16:creationId xmlns:a16="http://schemas.microsoft.com/office/drawing/2014/main" id="{FFC50B27-7EAC-492A-07EC-1A4C21FF5141}"/>
              </a:ext>
            </a:extLst>
          </p:cNvPr>
          <p:cNvGraphicFramePr>
            <a:graphicFrameLocks noGrp="1"/>
          </p:cNvGraphicFramePr>
          <p:nvPr>
            <p:extLst>
              <p:ext uri="{D42A27DB-BD31-4B8C-83A1-F6EECF244321}">
                <p14:modId xmlns:p14="http://schemas.microsoft.com/office/powerpoint/2010/main" val="1385241572"/>
              </p:ext>
            </p:extLst>
          </p:nvPr>
        </p:nvGraphicFramePr>
        <p:xfrm>
          <a:off x="228322" y="1990179"/>
          <a:ext cx="9439431" cy="3423240"/>
        </p:xfrm>
        <a:graphic>
          <a:graphicData uri="http://schemas.openxmlformats.org/drawingml/2006/table">
            <a:tbl>
              <a:tblPr firstRow="1" bandRow="1">
                <a:tableStyleId>{5C22544A-7EE6-4342-B048-85BDC9FD1C3A}</a:tableStyleId>
              </a:tblPr>
              <a:tblGrid>
                <a:gridCol w="2305761">
                  <a:extLst>
                    <a:ext uri="{9D8B030D-6E8A-4147-A177-3AD203B41FA5}">
                      <a16:colId xmlns:a16="http://schemas.microsoft.com/office/drawing/2014/main" val="4157179518"/>
                    </a:ext>
                  </a:extLst>
                </a:gridCol>
                <a:gridCol w="1188945">
                  <a:extLst>
                    <a:ext uri="{9D8B030D-6E8A-4147-A177-3AD203B41FA5}">
                      <a16:colId xmlns:a16="http://schemas.microsoft.com/office/drawing/2014/main" val="2787690868"/>
                    </a:ext>
                  </a:extLst>
                </a:gridCol>
                <a:gridCol w="1188945">
                  <a:extLst>
                    <a:ext uri="{9D8B030D-6E8A-4147-A177-3AD203B41FA5}">
                      <a16:colId xmlns:a16="http://schemas.microsoft.com/office/drawing/2014/main" val="2337421185"/>
                    </a:ext>
                  </a:extLst>
                </a:gridCol>
                <a:gridCol w="1188945">
                  <a:extLst>
                    <a:ext uri="{9D8B030D-6E8A-4147-A177-3AD203B41FA5}">
                      <a16:colId xmlns:a16="http://schemas.microsoft.com/office/drawing/2014/main" val="1428695551"/>
                    </a:ext>
                  </a:extLst>
                </a:gridCol>
                <a:gridCol w="1188945">
                  <a:extLst>
                    <a:ext uri="{9D8B030D-6E8A-4147-A177-3AD203B41FA5}">
                      <a16:colId xmlns:a16="http://schemas.microsoft.com/office/drawing/2014/main" val="4070020769"/>
                    </a:ext>
                  </a:extLst>
                </a:gridCol>
                <a:gridCol w="1188945">
                  <a:extLst>
                    <a:ext uri="{9D8B030D-6E8A-4147-A177-3AD203B41FA5}">
                      <a16:colId xmlns:a16="http://schemas.microsoft.com/office/drawing/2014/main" val="2334490512"/>
                    </a:ext>
                  </a:extLst>
                </a:gridCol>
                <a:gridCol w="1188945">
                  <a:extLst>
                    <a:ext uri="{9D8B030D-6E8A-4147-A177-3AD203B41FA5}">
                      <a16:colId xmlns:a16="http://schemas.microsoft.com/office/drawing/2014/main" val="1657535612"/>
                    </a:ext>
                  </a:extLst>
                </a:gridCol>
              </a:tblGrid>
              <a:tr h="360000">
                <a:tc>
                  <a:txBody>
                    <a:bodyPr/>
                    <a:lstStyle/>
                    <a:p>
                      <a:pPr algn="ctr"/>
                      <a:endParaRPr lang="en-GB" sz="1000" b="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GB" sz="1000" b="0" dirty="0">
                          <a:solidFill>
                            <a:schemeClr val="bg1"/>
                          </a:solidFill>
                          <a:latin typeface="+mj-lt"/>
                        </a:rPr>
                        <a:t>ORDERLY TRANSITION</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GB"/>
                    </a:p>
                  </a:txBody>
                  <a:tcPr/>
                </a:tc>
                <a:tc gridSpan="2">
                  <a:txBody>
                    <a:bodyPr/>
                    <a:lstStyle/>
                    <a:p>
                      <a:pPr algn="ctr"/>
                      <a:r>
                        <a:rPr lang="en-GB" sz="1000" b="0" dirty="0">
                          <a:solidFill>
                            <a:schemeClr val="bg1"/>
                          </a:solidFill>
                          <a:latin typeface="+mj-lt"/>
                        </a:rPr>
                        <a:t>DISORDERLY TRANSITION </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005F7F"/>
                    </a:solidFill>
                  </a:tcPr>
                </a:tc>
                <a:tc hMerge="1">
                  <a:txBody>
                    <a:bodyPr/>
                    <a:lstStyle/>
                    <a:p>
                      <a:endParaRPr lang="en-GB"/>
                    </a:p>
                  </a:txBody>
                  <a:tcPr/>
                </a:tc>
                <a:tc gridSpan="2">
                  <a:txBody>
                    <a:bodyPr/>
                    <a:lstStyle/>
                    <a:p>
                      <a:pPr algn="ctr"/>
                      <a:r>
                        <a:rPr lang="en-GB" sz="1000" b="0" dirty="0">
                          <a:solidFill>
                            <a:schemeClr val="bg1"/>
                          </a:solidFill>
                          <a:latin typeface="+mj-lt"/>
                        </a:rPr>
                        <a:t>HOT HOUSE WORLD</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00BED6"/>
                    </a:solidFill>
                  </a:tcPr>
                </a:tc>
                <a:tc hMerge="1">
                  <a:txBody>
                    <a:bodyPr/>
                    <a:lstStyle/>
                    <a:p>
                      <a:endParaRPr lang="en-GB"/>
                    </a:p>
                  </a:txBody>
                  <a:tcPr/>
                </a:tc>
                <a:extLst>
                  <a:ext uri="{0D108BD9-81ED-4DB2-BD59-A6C34878D82A}">
                    <a16:rowId xmlns:a16="http://schemas.microsoft.com/office/drawing/2014/main" val="900214367"/>
                  </a:ext>
                </a:extLst>
              </a:tr>
              <a:tr h="0">
                <a:tc>
                  <a:txBody>
                    <a:bodyPr/>
                    <a:lstStyle/>
                    <a:p>
                      <a:r>
                        <a:rPr lang="en-GB" sz="900" b="0" dirty="0">
                          <a:latin typeface="+mn-lt"/>
                        </a:rPr>
                        <a:t>Global temperature rise</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GB" sz="900" dirty="0">
                          <a:solidFill>
                            <a:schemeClr val="tx1"/>
                          </a:solidFill>
                          <a:latin typeface="+mn-lt"/>
                        </a:rPr>
                        <a:t>+ 1.0C</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dirty="0">
                          <a:solidFill>
                            <a:schemeClr val="tx1"/>
                          </a:solidFill>
                          <a:latin typeface="+mn-lt"/>
                        </a:rPr>
                        <a:t>+ 2.0C</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dirty="0">
                          <a:solidFill>
                            <a:schemeClr val="tx1"/>
                          </a:solidFill>
                          <a:latin typeface="+mn-lt"/>
                        </a:rPr>
                        <a:t>+ 3.0C</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hMerge="1">
                  <a:txBody>
                    <a:bodyPr/>
                    <a:lstStyle/>
                    <a:p>
                      <a:endParaRPr lang="en-GB"/>
                    </a:p>
                  </a:txBody>
                  <a:tcPr/>
                </a:tc>
                <a:extLst>
                  <a:ext uri="{0D108BD9-81ED-4DB2-BD59-A6C34878D82A}">
                    <a16:rowId xmlns:a16="http://schemas.microsoft.com/office/drawing/2014/main" val="2333299703"/>
                  </a:ext>
                </a:extLst>
              </a:tr>
              <a:tr h="0">
                <a:tc>
                  <a:txBody>
                    <a:bodyPr/>
                    <a:lstStyle/>
                    <a:p>
                      <a:r>
                        <a:rPr lang="en-GB" sz="900" b="0" dirty="0">
                          <a:latin typeface="+mn-lt"/>
                        </a:rPr>
                        <a:t>Application of climate policies</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b="0" dirty="0">
                          <a:solidFill>
                            <a:schemeClr val="tx1"/>
                          </a:solidFill>
                          <a:latin typeface="+mn-lt"/>
                        </a:rPr>
                        <a:t>Climate policies are introduced and gradually become more stringent</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b="0" dirty="0">
                          <a:solidFill>
                            <a:schemeClr val="tx1"/>
                          </a:solidFill>
                          <a:latin typeface="+mn-lt"/>
                        </a:rPr>
                        <a:t>Climate policies are delayed or</a:t>
                      </a:r>
                      <a:br>
                        <a:rPr lang="en-GB" sz="900" b="0" dirty="0">
                          <a:solidFill>
                            <a:schemeClr val="tx1"/>
                          </a:solidFill>
                          <a:latin typeface="+mn-lt"/>
                        </a:rPr>
                      </a:br>
                      <a:r>
                        <a:rPr lang="en-GB" sz="900" b="0" dirty="0">
                          <a:solidFill>
                            <a:schemeClr val="tx1"/>
                          </a:solidFill>
                          <a:latin typeface="+mn-lt"/>
                        </a:rPr>
                        <a:t>inconsistent across countries</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b="0" dirty="0">
                          <a:solidFill>
                            <a:schemeClr val="tx1"/>
                          </a:solidFill>
                          <a:latin typeface="+mn-lt"/>
                        </a:rPr>
                        <a:t>Global efforts are insufficient to halt significant global warming</a:t>
                      </a:r>
                    </a:p>
                  </a:txBody>
                  <a:tcPr marL="72000" marR="72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hMerge="1">
                  <a:txBody>
                    <a:bodyPr/>
                    <a:lstStyle/>
                    <a:p>
                      <a:endParaRPr lang="en-GB"/>
                    </a:p>
                  </a:txBody>
                  <a:tcPr/>
                </a:tc>
                <a:extLst>
                  <a:ext uri="{0D108BD9-81ED-4DB2-BD59-A6C34878D82A}">
                    <a16:rowId xmlns:a16="http://schemas.microsoft.com/office/drawing/2014/main" val="1476618027"/>
                  </a:ext>
                </a:extLst>
              </a:tr>
              <a:tr h="0">
                <a:tc rowSpan="2">
                  <a:txBody>
                    <a:bodyPr/>
                    <a:lstStyle/>
                    <a:p>
                      <a:r>
                        <a:rPr lang="en-GB" sz="900" b="0" kern="1200" dirty="0">
                          <a:solidFill>
                            <a:schemeClr val="tx1"/>
                          </a:solidFill>
                          <a:latin typeface="+mj-lt"/>
                          <a:ea typeface="+mn-ea"/>
                          <a:cs typeface="+mn-cs"/>
                        </a:rPr>
                        <a:t>Your portfolio</a:t>
                      </a:r>
                    </a:p>
                    <a:p>
                      <a:pPr marL="0" marR="0" lvl="0" indent="0" algn="l" defTabSz="914332" rtl="0" eaLnBrk="1" fontAlgn="auto" latinLnBrk="0" hangingPunct="1">
                        <a:lnSpc>
                          <a:spcPct val="100000"/>
                        </a:lnSpc>
                        <a:spcBef>
                          <a:spcPts val="0"/>
                        </a:spcBef>
                        <a:spcAft>
                          <a:spcPts val="0"/>
                        </a:spcAft>
                        <a:buClrTx/>
                        <a:buSzTx/>
                        <a:buFontTx/>
                        <a:buNone/>
                        <a:tabLst/>
                        <a:defRPr/>
                      </a:pPr>
                      <a:r>
                        <a:rPr lang="en-GB" sz="900" b="0" dirty="0">
                          <a:latin typeface="+mn-lt"/>
                        </a:rPr>
                        <a:t>Climate value at risk </a:t>
                      </a:r>
                      <a:br>
                        <a:rPr lang="en-GB" sz="900" b="0" dirty="0">
                          <a:latin typeface="+mn-lt"/>
                        </a:rPr>
                      </a:br>
                      <a:r>
                        <a:rPr lang="en-GB" sz="900" b="0" dirty="0">
                          <a:solidFill>
                            <a:schemeClr val="tx1"/>
                          </a:solidFill>
                          <a:latin typeface="+mn-lt"/>
                        </a:rPr>
                        <a:t>(Data coverage: </a:t>
                      </a:r>
                      <a:r>
                        <a:rPr lang="en-GB" sz="900" b="0" dirty="0">
                          <a:solidFill>
                            <a:srgbClr val="FF0000"/>
                          </a:solidFill>
                          <a:latin typeface="+mn-lt"/>
                        </a:rPr>
                        <a:t>XX%</a:t>
                      </a:r>
                      <a:r>
                        <a:rPr lang="en-GB" sz="900" b="0" dirty="0">
                          <a:solidFill>
                            <a:schemeClr val="tx1"/>
                          </a:solidFill>
                          <a:latin typeface="+mn-lt"/>
                        </a:rPr>
                        <a:t>)</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chemeClr val="tx1"/>
                          </a:solidFill>
                          <a:latin typeface="+mj-lt"/>
                        </a:rPr>
                        <a:t>2023</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algn="ctr"/>
                      <a:r>
                        <a:rPr lang="en-GB" sz="900" dirty="0">
                          <a:solidFill>
                            <a:schemeClr val="tx1"/>
                          </a:solidFill>
                          <a:latin typeface="+mj-lt"/>
                        </a:rPr>
                        <a:t>2024</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algn="ctr"/>
                      <a:r>
                        <a:rPr lang="en-GB" sz="900" dirty="0">
                          <a:solidFill>
                            <a:schemeClr val="tx1"/>
                          </a:solidFill>
                          <a:latin typeface="+mj-lt"/>
                        </a:rPr>
                        <a:t>2023</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algn="ctr"/>
                      <a:r>
                        <a:rPr lang="en-GB" sz="900" dirty="0">
                          <a:solidFill>
                            <a:schemeClr val="tx1"/>
                          </a:solidFill>
                          <a:latin typeface="+mj-lt"/>
                        </a:rPr>
                        <a:t>2024</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algn="ctr"/>
                      <a:r>
                        <a:rPr lang="en-GB" sz="900" dirty="0">
                          <a:solidFill>
                            <a:schemeClr val="tx1"/>
                          </a:solidFill>
                          <a:latin typeface="+mj-lt"/>
                        </a:rPr>
                        <a:t>2023</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a:txBody>
                    <a:bodyPr/>
                    <a:lstStyle/>
                    <a:p>
                      <a:pPr algn="ctr"/>
                      <a:r>
                        <a:rPr lang="en-GB" sz="900" dirty="0">
                          <a:solidFill>
                            <a:schemeClr val="tx1"/>
                          </a:solidFill>
                          <a:latin typeface="+mj-lt"/>
                        </a:rPr>
                        <a:t>2024</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extLst>
                  <a:ext uri="{0D108BD9-81ED-4DB2-BD59-A6C34878D82A}">
                    <a16:rowId xmlns:a16="http://schemas.microsoft.com/office/drawing/2014/main" val="897139917"/>
                  </a:ext>
                </a:extLst>
              </a:tr>
              <a:tr h="0">
                <a:tc vMerge="1">
                  <a:txBody>
                    <a:bodyPr/>
                    <a:lstStyle/>
                    <a:p>
                      <a:endParaRPr dirty="0"/>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FF0000"/>
                          </a:solidFill>
                          <a:latin typeface="+mn-lt"/>
                        </a:rPr>
                        <a:t>-6.3%</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algn="ct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algn="ctr"/>
                      <a:r>
                        <a:rPr lang="en-GB" sz="900" dirty="0">
                          <a:solidFill>
                            <a:srgbClr val="FF0000"/>
                          </a:solidFill>
                          <a:latin typeface="+mn-lt"/>
                        </a:rPr>
                        <a:t>-10.6%</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marL="0" marR="0" lvl="0" indent="0" algn="ctr" defTabSz="711913" rtl="0" eaLnBrk="1" fontAlgn="auto" latinLnBrk="0" hangingPunct="1">
                        <a:lnSpc>
                          <a:spcPct val="100000"/>
                        </a:lnSpc>
                        <a:spcBef>
                          <a:spcPts val="0"/>
                        </a:spcBef>
                        <a:spcAft>
                          <a:spcPts val="0"/>
                        </a:spcAft>
                        <a:buClrTx/>
                        <a:buSzTx/>
                        <a:buFontTx/>
                        <a:buNone/>
                        <a:tabLst/>
                        <a:defRPr/>
                      </a:pP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algn="ctr"/>
                      <a:r>
                        <a:rPr lang="en-GB" sz="900" dirty="0">
                          <a:solidFill>
                            <a:srgbClr val="FF0000"/>
                          </a:solidFill>
                          <a:latin typeface="+mn-lt"/>
                        </a:rPr>
                        <a:t>-15.1%</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a:txBody>
                    <a:bodyPr/>
                    <a:lstStyle/>
                    <a:p>
                      <a:pPr marL="0" marR="0" lvl="0" indent="0" algn="ctr" defTabSz="711913" rtl="0" eaLnBrk="1" fontAlgn="auto" latinLnBrk="0" hangingPunct="1">
                        <a:lnSpc>
                          <a:spcPct val="100000"/>
                        </a:lnSpc>
                        <a:spcBef>
                          <a:spcPts val="0"/>
                        </a:spcBef>
                        <a:spcAft>
                          <a:spcPts val="0"/>
                        </a:spcAft>
                        <a:buClrTx/>
                        <a:buSzTx/>
                        <a:buFontTx/>
                        <a:buNone/>
                        <a:tabLst/>
                        <a:defRPr/>
                      </a:pP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extLst>
                  <a:ext uri="{0D108BD9-81ED-4DB2-BD59-A6C34878D82A}">
                    <a16:rowId xmlns:a16="http://schemas.microsoft.com/office/drawing/2014/main" val="895475086"/>
                  </a:ext>
                </a:extLst>
              </a:tr>
              <a:tr h="0">
                <a:tc>
                  <a:txBody>
                    <a:bodyPr/>
                    <a:lstStyle/>
                    <a:p>
                      <a:r>
                        <a:rPr lang="en-GB" sz="900" b="0" dirty="0">
                          <a:solidFill>
                            <a:schemeClr val="tx1"/>
                          </a:solidFill>
                          <a:latin typeface="+mj-lt"/>
                        </a:rPr>
                        <a:t>Benchmark (</a:t>
                      </a:r>
                      <a:r>
                        <a:rPr lang="en-GB" sz="900" b="0" dirty="0">
                          <a:solidFill>
                            <a:srgbClr val="FF0000"/>
                          </a:solidFill>
                          <a:latin typeface="+mj-lt"/>
                        </a:rPr>
                        <a:t>FTSE World Index</a:t>
                      </a:r>
                      <a:r>
                        <a:rPr lang="en-GB" sz="900" b="0" dirty="0">
                          <a:solidFill>
                            <a:schemeClr val="tx1"/>
                          </a:solidFill>
                          <a:latin typeface="+mj-lt"/>
                        </a:rPr>
                        <a:t>)</a:t>
                      </a:r>
                    </a:p>
                    <a:p>
                      <a:pPr marL="0" marR="0" lvl="0" indent="0" algn="l" defTabSz="914332" rtl="0" eaLnBrk="1" fontAlgn="auto" latinLnBrk="0" hangingPunct="1">
                        <a:lnSpc>
                          <a:spcPct val="100000"/>
                        </a:lnSpc>
                        <a:spcBef>
                          <a:spcPts val="0"/>
                        </a:spcBef>
                        <a:spcAft>
                          <a:spcPts val="0"/>
                        </a:spcAft>
                        <a:buClrTx/>
                        <a:buSzTx/>
                        <a:buFontTx/>
                        <a:buNone/>
                        <a:tabLst/>
                        <a:defRPr/>
                      </a:pPr>
                      <a:r>
                        <a:rPr lang="en-GB" sz="900" b="0" dirty="0">
                          <a:latin typeface="+mn-lt"/>
                        </a:rPr>
                        <a:t>Climate value at risk</a:t>
                      </a:r>
                    </a:p>
                    <a:p>
                      <a:r>
                        <a:rPr lang="en-GB" sz="900" b="0" dirty="0">
                          <a:solidFill>
                            <a:schemeClr val="tx1"/>
                          </a:solidFill>
                          <a:latin typeface="+mn-lt"/>
                        </a:rPr>
                        <a:t>(Data coverage: </a:t>
                      </a:r>
                      <a:r>
                        <a:rPr lang="en-GB" sz="900" b="0" dirty="0">
                          <a:solidFill>
                            <a:srgbClr val="FF0000"/>
                          </a:solidFill>
                          <a:latin typeface="+mn-lt"/>
                        </a:rPr>
                        <a:t>XX%</a:t>
                      </a:r>
                      <a:r>
                        <a:rPr lang="en-GB" sz="900" b="0" dirty="0">
                          <a:solidFill>
                            <a:schemeClr val="tx1"/>
                          </a:solidFill>
                          <a:latin typeface="+mn-lt"/>
                        </a:rPr>
                        <a:t>)</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FF0000"/>
                          </a:solidFill>
                          <a:latin typeface="+mn-lt"/>
                        </a:rPr>
                        <a:t>-8.8%</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marL="0" marR="0" lvl="0" indent="0" algn="ctr" defTabSz="711913" rtl="0" eaLnBrk="1" fontAlgn="auto" latinLnBrk="0" hangingPunct="1">
                        <a:lnSpc>
                          <a:spcPct val="100000"/>
                        </a:lnSpc>
                        <a:spcBef>
                          <a:spcPts val="0"/>
                        </a:spcBef>
                        <a:spcAft>
                          <a:spcPts val="0"/>
                        </a:spcAft>
                        <a:buClrTx/>
                        <a:buSzTx/>
                        <a:buFontTx/>
                        <a:buNone/>
                        <a:tabLst/>
                        <a:defRPr/>
                      </a:pP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a:txBody>
                    <a:bodyPr/>
                    <a:lstStyle/>
                    <a:p>
                      <a:pPr algn="ctr"/>
                      <a:r>
                        <a:rPr lang="en-GB" sz="900" dirty="0">
                          <a:solidFill>
                            <a:srgbClr val="FF0000"/>
                          </a:solidFill>
                          <a:latin typeface="+mn-lt"/>
                        </a:rPr>
                        <a:t>-11.2%</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marL="0" marR="0" lvl="0" indent="0" algn="ctr" defTabSz="711913" rtl="0" eaLnBrk="1" fontAlgn="auto" latinLnBrk="0" hangingPunct="1">
                        <a:lnSpc>
                          <a:spcPct val="100000"/>
                        </a:lnSpc>
                        <a:spcBef>
                          <a:spcPts val="0"/>
                        </a:spcBef>
                        <a:spcAft>
                          <a:spcPts val="0"/>
                        </a:spcAft>
                        <a:buClrTx/>
                        <a:buSzTx/>
                        <a:buFontTx/>
                        <a:buNone/>
                        <a:tabLst/>
                        <a:defRPr/>
                      </a:pP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a:txBody>
                    <a:bodyPr/>
                    <a:lstStyle/>
                    <a:p>
                      <a:pPr algn="ctr"/>
                      <a:r>
                        <a:rPr lang="en-GB" sz="900" dirty="0">
                          <a:solidFill>
                            <a:srgbClr val="FF0000"/>
                          </a:solidFill>
                          <a:latin typeface="+mn-lt"/>
                        </a:rPr>
                        <a:t>-19.9%</a:t>
                      </a:r>
                    </a:p>
                  </a:txBody>
                  <a:tcPr marL="72000" marR="7200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a:txBody>
                    <a:bodyPr/>
                    <a:lstStyle/>
                    <a:p>
                      <a:pPr marL="0" marR="0" lvl="0" indent="0" algn="ctr" defTabSz="711913" rtl="0" eaLnBrk="1" fontAlgn="auto" latinLnBrk="0" hangingPunct="1">
                        <a:lnSpc>
                          <a:spcPct val="100000"/>
                        </a:lnSpc>
                        <a:spcBef>
                          <a:spcPts val="0"/>
                        </a:spcBef>
                        <a:spcAft>
                          <a:spcPts val="0"/>
                        </a:spcAft>
                        <a:buClrTx/>
                        <a:buSzTx/>
                        <a:buFontTx/>
                        <a:buNone/>
                        <a:tabLst/>
                        <a:defRPr/>
                      </a:pPr>
                      <a:r>
                        <a:rPr lang="en-GB" sz="900" dirty="0">
                          <a:solidFill>
                            <a:srgbClr val="FF0000"/>
                          </a:solidFill>
                          <a:latin typeface="+mn-lt"/>
                        </a:rPr>
                        <a:t>[  ]%</a:t>
                      </a:r>
                    </a:p>
                  </a:txBody>
                  <a:tcPr marL="72000" marR="72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extLst>
                  <a:ext uri="{0D108BD9-81ED-4DB2-BD59-A6C34878D82A}">
                    <a16:rowId xmlns:a16="http://schemas.microsoft.com/office/drawing/2014/main" val="2052188168"/>
                  </a:ext>
                </a:extLst>
              </a:tr>
              <a:tr h="0">
                <a:tc>
                  <a:txBody>
                    <a:bodyPr/>
                    <a:lstStyle/>
                    <a:p>
                      <a:r>
                        <a:rPr lang="en-GB" sz="900" b="0" dirty="0">
                          <a:latin typeface="+mj-lt"/>
                        </a:rPr>
                        <a:t>Climate scenarios</a:t>
                      </a:r>
                    </a:p>
                    <a:p>
                      <a:r>
                        <a:rPr lang="en-GB" sz="900" b="0" dirty="0">
                          <a:latin typeface="+mn-lt"/>
                        </a:rPr>
                        <a:t>Climate scenario analysis helps us understand the implications of possible climate scenarios on our investment portfolio, and the resilience of our investment strategies in the transition </a:t>
                      </a:r>
                      <a:br>
                        <a:rPr lang="en-GB" sz="900" b="0" dirty="0">
                          <a:latin typeface="+mn-lt"/>
                        </a:rPr>
                      </a:br>
                      <a:r>
                        <a:rPr lang="en-GB" sz="900" b="0" dirty="0">
                          <a:latin typeface="+mn-lt"/>
                        </a:rPr>
                        <a:t>to a net zero economy.  Our approach to scenario analysis involves assessing the exposure of our equity and corporate bonds holdings by applying MSCI’s Climate Value-at-Risk (Climate </a:t>
                      </a:r>
                      <a:r>
                        <a:rPr lang="en-GB" sz="900" b="0" dirty="0" err="1">
                          <a:latin typeface="+mn-lt"/>
                        </a:rPr>
                        <a:t>VaR</a:t>
                      </a:r>
                      <a:r>
                        <a:rPr lang="en-GB" sz="900" b="0" dirty="0">
                          <a:latin typeface="+mn-lt"/>
                        </a:rPr>
                        <a:t>) methodology.</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GB" sz="900" dirty="0">
                          <a:solidFill>
                            <a:schemeClr val="tx1"/>
                          </a:solidFill>
                          <a:latin typeface="+mn-lt"/>
                        </a:rPr>
                        <a:t>Orderly transition scenarios assume climate scenarios assume climate policies are introduced early and become gradually more stringent. Both physical and transition risks are relatively subdued </a:t>
                      </a:r>
                    </a:p>
                  </a:txBody>
                  <a:tcPr marL="72000" marR="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6E8EC"/>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dirty="0">
                          <a:solidFill>
                            <a:schemeClr val="tx1"/>
                          </a:solidFill>
                        </a:rPr>
                        <a:t>Disorderly scenarios explore higher transition risk due to policies being delayed or divergent across countries and sectors. Carbon prices are typically higher for a given temperature outcome</a:t>
                      </a:r>
                    </a:p>
                  </a:txBody>
                  <a:tcPr marL="72000" marR="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4ECF0"/>
                    </a:solidFill>
                  </a:tcPr>
                </a:tc>
                <a:tc hMerge="1">
                  <a:txBody>
                    <a:bodyPr/>
                    <a:lstStyle/>
                    <a:p>
                      <a:endParaRPr lang="en-GB"/>
                    </a:p>
                  </a:txBody>
                  <a:tcPr/>
                </a:tc>
                <a:tc gridSpan="2">
                  <a:txBody>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lang="en-GB" sz="900" spc="-20" baseline="0" dirty="0">
                          <a:solidFill>
                            <a:schemeClr val="tx1"/>
                          </a:solidFill>
                        </a:rPr>
                        <a:t>Hot house world scenarios assume </a:t>
                      </a:r>
                      <a:br>
                        <a:rPr lang="en-GB" sz="900" spc="-20" baseline="0" dirty="0">
                          <a:solidFill>
                            <a:schemeClr val="tx1"/>
                          </a:solidFill>
                        </a:rPr>
                      </a:br>
                      <a:r>
                        <a:rPr lang="en-GB" sz="900" spc="-20" baseline="0" dirty="0">
                          <a:solidFill>
                            <a:schemeClr val="tx1"/>
                          </a:solidFill>
                        </a:rPr>
                        <a:t>that some climate policies are </a:t>
                      </a:r>
                      <a:br>
                        <a:rPr lang="en-GB" sz="900" spc="-20" baseline="0" dirty="0">
                          <a:solidFill>
                            <a:schemeClr val="tx1"/>
                          </a:solidFill>
                        </a:rPr>
                      </a:br>
                      <a:r>
                        <a:rPr lang="en-GB" sz="900" spc="-20" baseline="0" dirty="0">
                          <a:solidFill>
                            <a:schemeClr val="tx1"/>
                          </a:solidFill>
                        </a:rPr>
                        <a:t>implemented in some jurisdictions, but global efforts are insufficient to halt significant global warming. Critical temperature thresholds are exceeded, leading to severe physical risks and irreversible impacts like sea-level rise.</a:t>
                      </a:r>
                    </a:p>
                  </a:txBody>
                  <a:tcPr marL="72000" marR="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000000">
                          <a:alpha val="25098"/>
                        </a:srgbClr>
                      </a:solidFill>
                      <a:prstDash val="solid"/>
                      <a:round/>
                      <a:headEnd type="none" w="med" len="med"/>
                      <a:tailEnd type="none" w="med" len="med"/>
                    </a:lnT>
                    <a:lnB w="9525" cap="flat" cmpd="sng" algn="ctr">
                      <a:solidFill>
                        <a:srgbClr val="000000">
                          <a:alpha val="25098"/>
                        </a:srgbClr>
                      </a:solidFill>
                      <a:prstDash val="solid"/>
                      <a:round/>
                      <a:headEnd type="none" w="med" len="med"/>
                      <a:tailEnd type="none" w="med" len="med"/>
                    </a:lnB>
                    <a:lnTlToBr w="12700" cmpd="sng">
                      <a:noFill/>
                      <a:prstDash val="solid"/>
                    </a:lnTlToBr>
                    <a:lnBlToTr w="12700" cmpd="sng">
                      <a:noFill/>
                      <a:prstDash val="solid"/>
                    </a:lnBlToTr>
                    <a:solidFill>
                      <a:srgbClr val="EAF7F8"/>
                    </a:solidFill>
                  </a:tcPr>
                </a:tc>
                <a:tc hMerge="1">
                  <a:txBody>
                    <a:bodyPr/>
                    <a:lstStyle/>
                    <a:p>
                      <a:endParaRPr lang="en-GB"/>
                    </a:p>
                  </a:txBody>
                  <a:tcPr/>
                </a:tc>
                <a:extLst>
                  <a:ext uri="{0D108BD9-81ED-4DB2-BD59-A6C34878D82A}">
                    <a16:rowId xmlns:a16="http://schemas.microsoft.com/office/drawing/2014/main" val="4074279944"/>
                  </a:ext>
                </a:extLst>
              </a:tr>
            </a:tbl>
          </a:graphicData>
        </a:graphic>
      </p:graphicFrame>
      <p:sp>
        <p:nvSpPr>
          <p:cNvPr id="12" name="Text Placeholder 3">
            <a:extLst>
              <a:ext uri="{FF2B5EF4-FFF2-40B4-BE49-F238E27FC236}">
                <a16:creationId xmlns:a16="http://schemas.microsoft.com/office/drawing/2014/main" id="{AD3F4A32-0918-8E99-8743-8E0FDDEB3E04}"/>
              </a:ext>
            </a:extLst>
          </p:cNvPr>
          <p:cNvSpPr txBox="1">
            <a:spLocks/>
          </p:cNvSpPr>
          <p:nvPr/>
        </p:nvSpPr>
        <p:spPr>
          <a:xfrm>
            <a:off x="233740" y="5745593"/>
            <a:ext cx="9434013" cy="498995"/>
          </a:xfrm>
          <a:prstGeom prst="rect">
            <a:avLst/>
          </a:prstGeom>
        </p:spPr>
        <p:txBody>
          <a:bodyPr vert="horz" wrap="square" lIns="0" tIns="0" rIns="0" bIns="0" rtlCol="0">
            <a:noAutofit/>
          </a:bodyPr>
          <a:lstStyle>
            <a:lvl1pPr marL="0" indent="0" algn="l" defTabSz="711913" rtl="0" eaLnBrk="1" latinLnBrk="0" hangingPunct="1">
              <a:lnSpc>
                <a:spcPct val="100000"/>
              </a:lnSpc>
              <a:spcBef>
                <a:spcPts val="0"/>
              </a:spcBef>
              <a:spcAft>
                <a:spcPts val="600"/>
              </a:spcAft>
              <a:buFont typeface="Georgia" panose="02040502050405020303" pitchFamily="18" charset="0"/>
              <a:buNone/>
              <a:tabLst/>
              <a:defRPr sz="1100" b="0" i="0" kern="1200" spc="-15" baseline="0">
                <a:solidFill>
                  <a:schemeClr val="tx1"/>
                </a:solidFill>
                <a:latin typeface="Rathbones Sans Light" pitchFamily="2" charset="0"/>
                <a:ea typeface="+mn-ea"/>
                <a:cs typeface="+mn-cs"/>
              </a:defRPr>
            </a:lvl1pPr>
            <a:lvl2pPr marL="0" indent="0" algn="l" defTabSz="711913" rtl="0" eaLnBrk="1" latinLnBrk="0" hangingPunct="1">
              <a:lnSpc>
                <a:spcPct val="101000"/>
              </a:lnSpc>
              <a:spcBef>
                <a:spcPts val="0"/>
              </a:spcBef>
              <a:spcAft>
                <a:spcPts val="1324"/>
              </a:spcAft>
              <a:buFont typeface="Arial" panose="020B0604020202020204" pitchFamily="34" charset="0"/>
              <a:buNone/>
              <a:defRPr sz="1100" b="0" kern="1200" spc="-15" baseline="0">
                <a:solidFill>
                  <a:schemeClr val="tx1"/>
                </a:solidFill>
                <a:latin typeface="+mn-lt"/>
                <a:ea typeface="+mn-ea"/>
                <a:cs typeface="+mn-cs"/>
              </a:defRPr>
            </a:lvl2pPr>
            <a:lvl3pPr marL="0" indent="0" algn="l" defTabSz="711913" rtl="0" eaLnBrk="1" latinLnBrk="0" hangingPunct="1">
              <a:lnSpc>
                <a:spcPct val="111000"/>
              </a:lnSpc>
              <a:spcBef>
                <a:spcPts val="0"/>
              </a:spcBef>
              <a:buFont typeface="Arial" panose="020B0604020202020204" pitchFamily="34" charset="0"/>
              <a:buNone/>
              <a:defRPr sz="900" b="1" i="0" kern="1200">
                <a:solidFill>
                  <a:schemeClr val="tx1"/>
                </a:solidFill>
                <a:latin typeface="Rathbones Sans" pitchFamily="2" charset="0"/>
                <a:ea typeface="+mn-ea"/>
                <a:cs typeface="+mn-cs"/>
              </a:defRPr>
            </a:lvl3pPr>
            <a:lvl4pPr marL="0" indent="0" algn="l" defTabSz="711913" rtl="0" eaLnBrk="1" latinLnBrk="0" hangingPunct="1">
              <a:lnSpc>
                <a:spcPct val="111000"/>
              </a:lnSpc>
              <a:spcBef>
                <a:spcPts val="0"/>
              </a:spcBef>
              <a:buFont typeface="Arial" panose="020B0604020202020204" pitchFamily="34" charset="0"/>
              <a:buNone/>
              <a:defRPr sz="900" kern="1200">
                <a:solidFill>
                  <a:schemeClr val="tx1"/>
                </a:solidFill>
                <a:latin typeface="+mn-lt"/>
                <a:ea typeface="+mn-ea"/>
                <a:cs typeface="+mn-cs"/>
              </a:defRPr>
            </a:lvl4pPr>
            <a:lvl5pPr marL="0" indent="0" algn="l" defTabSz="711913" rtl="0" eaLnBrk="1" latinLnBrk="0" hangingPunct="1">
              <a:lnSpc>
                <a:spcPct val="98000"/>
              </a:lnSpc>
              <a:spcBef>
                <a:spcPts val="0"/>
              </a:spcBef>
              <a:buFont typeface="Arial" panose="020B0604020202020204" pitchFamily="34" charset="0"/>
              <a:buNone/>
              <a:defRPr sz="800" kern="1200">
                <a:solidFill>
                  <a:schemeClr val="tx1"/>
                </a:solidFill>
                <a:latin typeface="+mn-lt"/>
                <a:ea typeface="+mn-ea"/>
                <a:cs typeface="+mn-cs"/>
              </a:defRPr>
            </a:lvl5pPr>
            <a:lvl6pPr marL="175184" indent="-175184" algn="l" defTabSz="711913" rtl="0" eaLnBrk="1" latinLnBrk="0" hangingPunct="1">
              <a:lnSpc>
                <a:spcPct val="98000"/>
              </a:lnSpc>
              <a:spcBef>
                <a:spcPts val="0"/>
              </a:spcBef>
              <a:spcAft>
                <a:spcPts val="701"/>
              </a:spcAft>
              <a:buFont typeface="System Font Regular"/>
              <a:buChar char="—"/>
              <a:defRPr sz="934" kern="1200">
                <a:solidFill>
                  <a:schemeClr val="tx1"/>
                </a:solidFill>
                <a:latin typeface="+mn-lt"/>
                <a:ea typeface="+mn-ea"/>
                <a:cs typeface="+mn-cs"/>
              </a:defRPr>
            </a:lvl6pPr>
            <a:lvl7pPr marL="140147" indent="-140147" algn="l" defTabSz="711913" rtl="0" eaLnBrk="1" latinLnBrk="0" hangingPunct="1">
              <a:lnSpc>
                <a:spcPct val="98000"/>
              </a:lnSpc>
              <a:spcBef>
                <a:spcPts val="0"/>
              </a:spcBef>
              <a:spcAft>
                <a:spcPts val="701"/>
              </a:spcAft>
              <a:buFont typeface="System Font Regular"/>
              <a:buChar char="—"/>
              <a:defRPr sz="701" kern="1200">
                <a:solidFill>
                  <a:schemeClr val="tx1"/>
                </a:solidFill>
                <a:latin typeface="+mn-lt"/>
                <a:ea typeface="+mn-ea"/>
                <a:cs typeface="+mn-cs"/>
              </a:defRPr>
            </a:lvl7pPr>
            <a:lvl8pPr marL="126133" indent="-126133" algn="l" defTabSz="711913" rtl="0" eaLnBrk="1" latinLnBrk="0" hangingPunct="1">
              <a:lnSpc>
                <a:spcPct val="98000"/>
              </a:lnSpc>
              <a:spcBef>
                <a:spcPts val="0"/>
              </a:spcBef>
              <a:spcAft>
                <a:spcPts val="701"/>
              </a:spcAft>
              <a:buFont typeface="System Font Regular"/>
              <a:buChar char="—"/>
              <a:defRPr sz="622" kern="1200">
                <a:solidFill>
                  <a:schemeClr val="tx1"/>
                </a:solidFill>
                <a:latin typeface="+mn-lt"/>
                <a:ea typeface="+mn-ea"/>
                <a:cs typeface="+mn-cs"/>
              </a:defRPr>
            </a:lvl8pPr>
            <a:lvl9pPr marL="0" indent="0" algn="l" defTabSz="711913" rtl="0" eaLnBrk="1" latinLnBrk="0" hangingPunct="1">
              <a:lnSpc>
                <a:spcPct val="98000"/>
              </a:lnSpc>
              <a:spcBef>
                <a:spcPts val="0"/>
              </a:spcBef>
              <a:buFont typeface="Arial" panose="020B0604020202020204" pitchFamily="34" charset="0"/>
              <a:buNone/>
              <a:defRPr sz="622" kern="1200">
                <a:solidFill>
                  <a:schemeClr val="tx1"/>
                </a:solidFill>
                <a:latin typeface="+mn-lt"/>
                <a:ea typeface="+mn-ea"/>
                <a:cs typeface="+mn-cs"/>
              </a:defRPr>
            </a:lvl9pPr>
          </a:lstStyle>
          <a:p>
            <a:r>
              <a:rPr lang="en-GB" dirty="0">
                <a:solidFill>
                  <a:srgbClr val="FF0000"/>
                </a:solidFill>
              </a:rPr>
              <a:t>[</a:t>
            </a:r>
            <a:r>
              <a:rPr lang="en-GB" b="1" dirty="0">
                <a:solidFill>
                  <a:schemeClr val="accent1">
                    <a:lumMod val="50000"/>
                    <a:lumOff val="50000"/>
                  </a:schemeClr>
                </a:solidFill>
              </a:rPr>
              <a:t>FM Commentary Scenario Analysis</a:t>
            </a:r>
            <a:r>
              <a:rPr lang="en-GB" dirty="0">
                <a:solidFill>
                  <a:srgbClr val="FF0000"/>
                </a:solidFill>
              </a:rPr>
              <a:t>]</a:t>
            </a:r>
          </a:p>
        </p:txBody>
      </p:sp>
    </p:spTree>
    <p:extLst>
      <p:ext uri="{BB962C8B-B14F-4D97-AF65-F5344CB8AC3E}">
        <p14:creationId xmlns:p14="http://schemas.microsoft.com/office/powerpoint/2010/main" val="59380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70AED3-EFC4-690F-036B-0F700A6566F7}"/>
              </a:ext>
            </a:extLst>
          </p:cNvPr>
          <p:cNvSpPr>
            <a:spLocks noGrp="1"/>
          </p:cNvSpPr>
          <p:nvPr>
            <p:ph type="ftr" sz="quarter" idx="11"/>
          </p:nvPr>
        </p:nvSpPr>
        <p:spPr/>
        <p:txBody>
          <a:bodyPr/>
          <a:lstStyle/>
          <a:p>
            <a:r>
              <a:rPr lang="en-GB"/>
              <a:t>Rathbones Asset Management | Rathbone UK Opportunities Fund</a:t>
            </a:r>
            <a:endParaRPr lang="en-GB" dirty="0"/>
          </a:p>
        </p:txBody>
      </p:sp>
      <p:sp>
        <p:nvSpPr>
          <p:cNvPr id="4" name="Slide Number Placeholder 3">
            <a:extLst>
              <a:ext uri="{FF2B5EF4-FFF2-40B4-BE49-F238E27FC236}">
                <a16:creationId xmlns:a16="http://schemas.microsoft.com/office/drawing/2014/main" id="{38DA2F40-1870-FEF8-25CA-01B445F9C159}"/>
              </a:ext>
            </a:extLst>
          </p:cNvPr>
          <p:cNvSpPr>
            <a:spLocks noGrp="1"/>
          </p:cNvSpPr>
          <p:nvPr>
            <p:ph type="sldNum" sz="quarter" idx="12"/>
          </p:nvPr>
        </p:nvSpPr>
        <p:spPr/>
        <p:txBody>
          <a:bodyPr/>
          <a:lstStyle/>
          <a:p>
            <a:fld id="{91D568E7-61F5-D04E-995D-81EF41C01A2A}" type="slidenum">
              <a:rPr lang="en-GB" smtClean="0"/>
              <a:pPr/>
              <a:t>6</a:t>
            </a:fld>
            <a:endParaRPr lang="en-GB" dirty="0"/>
          </a:p>
        </p:txBody>
      </p:sp>
      <p:sp>
        <p:nvSpPr>
          <p:cNvPr id="7" name="Title 6">
            <a:extLst>
              <a:ext uri="{FF2B5EF4-FFF2-40B4-BE49-F238E27FC236}">
                <a16:creationId xmlns:a16="http://schemas.microsoft.com/office/drawing/2014/main" id="{B7483D14-29C2-6F47-F6BB-0F93004BF481}"/>
              </a:ext>
            </a:extLst>
          </p:cNvPr>
          <p:cNvSpPr>
            <a:spLocks noGrp="1"/>
          </p:cNvSpPr>
          <p:nvPr>
            <p:ph type="title"/>
          </p:nvPr>
        </p:nvSpPr>
        <p:spPr>
          <a:xfrm>
            <a:off x="232188" y="640922"/>
            <a:ext cx="6181214" cy="283154"/>
          </a:xfrm>
        </p:spPr>
        <p:txBody>
          <a:bodyPr/>
          <a:lstStyle/>
          <a:p>
            <a:r>
              <a:rPr lang="en-US" dirty="0"/>
              <a:t>Additional INFORMATION</a:t>
            </a:r>
          </a:p>
        </p:txBody>
      </p:sp>
      <p:sp>
        <p:nvSpPr>
          <p:cNvPr id="10" name="TextBox 9">
            <a:extLst>
              <a:ext uri="{FF2B5EF4-FFF2-40B4-BE49-F238E27FC236}">
                <a16:creationId xmlns:a16="http://schemas.microsoft.com/office/drawing/2014/main" id="{E2A6B58A-C90C-4626-BD5F-C1089FE95F3B}"/>
              </a:ext>
            </a:extLst>
          </p:cNvPr>
          <p:cNvSpPr txBox="1"/>
          <p:nvPr/>
        </p:nvSpPr>
        <p:spPr>
          <a:xfrm>
            <a:off x="234000" y="1187129"/>
            <a:ext cx="8636872" cy="672080"/>
          </a:xfrm>
          <a:prstGeom prst="rect">
            <a:avLst/>
          </a:prstGeom>
          <a:solidFill>
            <a:srgbClr val="E6E8EC"/>
          </a:solidFill>
          <a:ln w="6350">
            <a:noFill/>
          </a:ln>
        </p:spPr>
        <p:txBody>
          <a:bodyPr wrap="square" lIns="108000" tIns="108000" rIns="108000" bIns="108000">
            <a:spAutoFit/>
          </a:bodyPr>
          <a:lstStyle>
            <a:defPPr>
              <a:defRPr lang="en-US"/>
            </a:defPPr>
            <a:lvl1pPr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1pPr>
            <a:lvl2pPr marL="520700" indent="-63500"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2pPr>
            <a:lvl3pPr marL="1042988" indent="-128588"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3pPr>
            <a:lvl4pPr marL="1563688" indent="-192088"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4pPr>
            <a:lvl5pPr marL="2085975" indent="-257175"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5pPr>
            <a:lvl6pPr marL="2286000" algn="l" defTabSz="914400" rtl="0" eaLnBrk="1" latinLnBrk="0" hangingPunct="1">
              <a:defRPr sz="2100" kern="1200">
                <a:solidFill>
                  <a:schemeClr val="tx1"/>
                </a:solidFill>
                <a:latin typeface="Georgia" panose="02040502050405020303" pitchFamily="18" charset="0"/>
                <a:ea typeface="+mn-ea"/>
                <a:cs typeface="+mn-cs"/>
              </a:defRPr>
            </a:lvl6pPr>
            <a:lvl7pPr marL="2743200" algn="l" defTabSz="914400" rtl="0" eaLnBrk="1" latinLnBrk="0" hangingPunct="1">
              <a:defRPr sz="2100" kern="1200">
                <a:solidFill>
                  <a:schemeClr val="tx1"/>
                </a:solidFill>
                <a:latin typeface="Georgia" panose="02040502050405020303" pitchFamily="18" charset="0"/>
                <a:ea typeface="+mn-ea"/>
                <a:cs typeface="+mn-cs"/>
              </a:defRPr>
            </a:lvl7pPr>
            <a:lvl8pPr marL="3200400" algn="l" defTabSz="914400" rtl="0" eaLnBrk="1" latinLnBrk="0" hangingPunct="1">
              <a:defRPr sz="2100" kern="1200">
                <a:solidFill>
                  <a:schemeClr val="tx1"/>
                </a:solidFill>
                <a:latin typeface="Georgia" panose="02040502050405020303" pitchFamily="18" charset="0"/>
                <a:ea typeface="+mn-ea"/>
                <a:cs typeface="+mn-cs"/>
              </a:defRPr>
            </a:lvl8pPr>
            <a:lvl9pPr marL="3657600" algn="l" defTabSz="914400" rtl="0" eaLnBrk="1" latinLnBrk="0" hangingPunct="1">
              <a:defRPr sz="2100" kern="1200">
                <a:solidFill>
                  <a:schemeClr val="tx1"/>
                </a:solidFill>
                <a:latin typeface="Georgia" panose="02040502050405020303" pitchFamily="18" charset="0"/>
                <a:ea typeface="+mn-ea"/>
                <a:cs typeface="+mn-cs"/>
              </a:defRPr>
            </a:lvl9pPr>
          </a:lstStyle>
          <a:p>
            <a:pPr defTabSz="1043056" eaLnBrk="1" fontAlgn="auto" hangingPunct="1">
              <a:spcBef>
                <a:spcPts val="0"/>
              </a:spcBef>
              <a:spcAft>
                <a:spcPts val="300"/>
              </a:spcAft>
              <a:defRPr/>
            </a:pPr>
            <a:r>
              <a:rPr lang="en-GB" sz="900" dirty="0">
                <a:solidFill>
                  <a:schemeClr val="bg2">
                    <a:lumMod val="50000"/>
                  </a:schemeClr>
                </a:solidFill>
                <a:latin typeface="+mn-lt"/>
                <a:cs typeface="Arial" panose="020B0604020202020204" pitchFamily="34" charset="0"/>
              </a:rPr>
              <a:t>The information in this report is provided for information only and should not be taken as financial advice or a recommendation.</a:t>
            </a:r>
          </a:p>
          <a:p>
            <a:pPr defTabSz="1043056" eaLnBrk="1" fontAlgn="auto" hangingPunct="1">
              <a:spcBef>
                <a:spcPts val="0"/>
              </a:spcBef>
              <a:spcAft>
                <a:spcPts val="300"/>
              </a:spcAft>
              <a:defRPr/>
            </a:pPr>
            <a:r>
              <a:rPr lang="en-GB" sz="900" dirty="0">
                <a:solidFill>
                  <a:schemeClr val="bg2">
                    <a:lumMod val="50000"/>
                  </a:schemeClr>
                </a:solidFill>
                <a:latin typeface="+mj-lt"/>
                <a:cs typeface="Arial" panose="020B0604020202020204" pitchFamily="34" charset="0"/>
              </a:rPr>
              <a:t>The value of investments and the income from them may go down as well as up and you may not get back your original investment. Past performance should not be seen as an indication of future performance. </a:t>
            </a:r>
          </a:p>
        </p:txBody>
      </p:sp>
      <p:sp>
        <p:nvSpPr>
          <p:cNvPr id="2" name="TextBox 1">
            <a:extLst>
              <a:ext uri="{FF2B5EF4-FFF2-40B4-BE49-F238E27FC236}">
                <a16:creationId xmlns:a16="http://schemas.microsoft.com/office/drawing/2014/main" id="{CEAC2437-EB40-969C-7F99-9AE34720DD91}"/>
              </a:ext>
            </a:extLst>
          </p:cNvPr>
          <p:cNvSpPr txBox="1">
            <a:spLocks noChangeArrowheads="1"/>
          </p:cNvSpPr>
          <p:nvPr/>
        </p:nvSpPr>
        <p:spPr bwMode="auto">
          <a:xfrm>
            <a:off x="234000" y="2261786"/>
            <a:ext cx="8635587" cy="354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en-US"/>
            </a:defPPr>
            <a:lvl1pPr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1pPr>
            <a:lvl2pPr marL="520700" indent="-63500"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2pPr>
            <a:lvl3pPr marL="1042988" indent="-128588"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3pPr>
            <a:lvl4pPr marL="1563688" indent="-192088"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4pPr>
            <a:lvl5pPr marL="2085975" indent="-257175" algn="l" defTabSz="1042988" rtl="0" eaLnBrk="0" fontAlgn="base" hangingPunct="0">
              <a:spcBef>
                <a:spcPct val="0"/>
              </a:spcBef>
              <a:spcAft>
                <a:spcPct val="0"/>
              </a:spcAft>
              <a:defRPr sz="2100" kern="1200">
                <a:solidFill>
                  <a:schemeClr val="tx1"/>
                </a:solidFill>
                <a:latin typeface="Georgia" panose="02040502050405020303" pitchFamily="18" charset="0"/>
                <a:ea typeface="+mn-ea"/>
                <a:cs typeface="+mn-cs"/>
              </a:defRPr>
            </a:lvl5pPr>
            <a:lvl6pPr marL="2286000" algn="l" defTabSz="914400" rtl="0" eaLnBrk="1" latinLnBrk="0" hangingPunct="1">
              <a:defRPr sz="2100" kern="1200">
                <a:solidFill>
                  <a:schemeClr val="tx1"/>
                </a:solidFill>
                <a:latin typeface="Georgia" panose="02040502050405020303" pitchFamily="18" charset="0"/>
                <a:ea typeface="+mn-ea"/>
                <a:cs typeface="+mn-cs"/>
              </a:defRPr>
            </a:lvl6pPr>
            <a:lvl7pPr marL="2743200" algn="l" defTabSz="914400" rtl="0" eaLnBrk="1" latinLnBrk="0" hangingPunct="1">
              <a:defRPr sz="2100" kern="1200">
                <a:solidFill>
                  <a:schemeClr val="tx1"/>
                </a:solidFill>
                <a:latin typeface="Georgia" panose="02040502050405020303" pitchFamily="18" charset="0"/>
                <a:ea typeface="+mn-ea"/>
                <a:cs typeface="+mn-cs"/>
              </a:defRPr>
            </a:lvl7pPr>
            <a:lvl8pPr marL="3200400" algn="l" defTabSz="914400" rtl="0" eaLnBrk="1" latinLnBrk="0" hangingPunct="1">
              <a:defRPr sz="2100" kern="1200">
                <a:solidFill>
                  <a:schemeClr val="tx1"/>
                </a:solidFill>
                <a:latin typeface="Georgia" panose="02040502050405020303" pitchFamily="18" charset="0"/>
                <a:ea typeface="+mn-ea"/>
                <a:cs typeface="+mn-cs"/>
              </a:defRPr>
            </a:lvl8pPr>
            <a:lvl9pPr marL="3657600" algn="l" defTabSz="914400" rtl="0" eaLnBrk="1" latinLnBrk="0" hangingPunct="1">
              <a:defRPr sz="2100" kern="1200">
                <a:solidFill>
                  <a:schemeClr val="tx1"/>
                </a:solidFill>
                <a:latin typeface="Georgia" panose="02040502050405020303" pitchFamily="18" charset="0"/>
                <a:ea typeface="+mn-ea"/>
                <a:cs typeface="+mn-cs"/>
              </a:defRPr>
            </a:lvl9pPr>
          </a:lstStyle>
          <a:p>
            <a:pPr defTabSz="1043056" eaLnBrk="1" fontAlgn="auto" hangingPunct="1">
              <a:spcBef>
                <a:spcPts val="0"/>
              </a:spcBef>
              <a:spcAft>
                <a:spcPts val="300"/>
              </a:spcAft>
              <a:defRPr/>
            </a:pPr>
            <a:r>
              <a:rPr lang="en-GB" sz="1000" dirty="0">
                <a:solidFill>
                  <a:schemeClr val="bg2">
                    <a:lumMod val="50000"/>
                  </a:schemeClr>
                </a:solidFill>
                <a:latin typeface="+mj-lt"/>
                <a:cs typeface="Arial" panose="020B0604020202020204" pitchFamily="34" charset="0"/>
              </a:rPr>
              <a:t>Use of MSCI data to calculate our investment metrics: </a:t>
            </a:r>
            <a:r>
              <a:rPr lang="en-GB" sz="1000" dirty="0">
                <a:solidFill>
                  <a:schemeClr val="bg2">
                    <a:lumMod val="50000"/>
                  </a:schemeClr>
                </a:solidFill>
                <a:latin typeface="+mn-lt"/>
                <a:cs typeface="Arial" panose="020B0604020202020204" pitchFamily="34" charset="0"/>
              </a:rPr>
              <a:t>This disclosure was developed using information from MSCI ESG Research LLC or its affiliates or information providers. Although Rathbones Group Plc’s information providers, including without limitation, MSCI ESG Research LLC and its affiliates (the “ESG Parties”), obtain information (the “Information”) from sources they consider reliable, none of the ESG Parties warrants or guarantees the originality, accuracy and/or completeness, of any data herein and expressly disclaim all express or implied warranties, including those of merchantability and fitness for a particular purpose.</a:t>
            </a:r>
          </a:p>
          <a:p>
            <a:pPr marL="0" lvl="2" indent="0" eaLnBrk="1" hangingPunct="1">
              <a:spcAft>
                <a:spcPts val="600"/>
              </a:spcAft>
              <a:buClr>
                <a:srgbClr val="747678"/>
              </a:buClr>
            </a:pPr>
            <a:endParaRPr lang="en-GB" altLang="en-US" sz="1000" dirty="0">
              <a:latin typeface="+mn-lt"/>
              <a:cs typeface="Arial" panose="020B0604020202020204" pitchFamily="34" charset="0"/>
            </a:endParaRPr>
          </a:p>
          <a:p>
            <a:pPr marL="0" lvl="2" indent="0" eaLnBrk="1" hangingPunct="1">
              <a:spcAft>
                <a:spcPts val="600"/>
              </a:spcAft>
              <a:buClr>
                <a:srgbClr val="747678"/>
              </a:buClr>
            </a:pPr>
            <a:r>
              <a:rPr lang="en-GB" altLang="en-US" sz="1000" dirty="0">
                <a:latin typeface="+mn-lt"/>
                <a:cs typeface="Arial" panose="020B0604020202020204" pitchFamily="34" charset="0"/>
              </a:rPr>
              <a:t>Rathbones Group Plc is independently owned, is the sole shareholder in each of its subsidiary businesses and is listed on the London Stock Exchange.  Rathbones is the trading name of Rathbones Investment Management Limited </a:t>
            </a:r>
            <a:r>
              <a:rPr lang="en-GB" sz="1000" dirty="0">
                <a:latin typeface="+mn-lt"/>
              </a:rPr>
              <a:t>which is authorised by the Prudential Regulation Authority and regulated by the Financial Conduct Authority and the Prudential Regulation Authority. Registered office: Port of Liverpool Building, Pier Head, Liverpool L3 1NW. Registered in England No. 01448919</a:t>
            </a:r>
          </a:p>
          <a:p>
            <a:pPr marL="0" lvl="2" indent="0" eaLnBrk="1" hangingPunct="1">
              <a:spcAft>
                <a:spcPts val="600"/>
              </a:spcAft>
              <a:buClr>
                <a:srgbClr val="747678"/>
              </a:buClr>
            </a:pPr>
            <a:r>
              <a:rPr lang="en-GB" altLang="en-US" sz="1000" dirty="0">
                <a:latin typeface="+mn-lt"/>
                <a:cs typeface="Arial" panose="020B0604020202020204" pitchFamily="34" charset="0"/>
              </a:rPr>
              <a:t>Rathbones Asset Management Limited is authorised and regulated by the Financial Conduct Authority. Registered office: 30 Gresham Street, London, EC2V 7QN, Registered  in England No. 02376568.</a:t>
            </a:r>
          </a:p>
          <a:p>
            <a:pPr marL="0" lvl="2" indent="0" eaLnBrk="1" hangingPunct="1">
              <a:spcAft>
                <a:spcPts val="600"/>
              </a:spcAft>
              <a:buClr>
                <a:srgbClr val="747678"/>
              </a:buClr>
            </a:pPr>
            <a:endParaRPr lang="en-GB" altLang="en-US" sz="1000" strike="sngStrike" dirty="0">
              <a:solidFill>
                <a:srgbClr val="FF0000"/>
              </a:solidFill>
              <a:latin typeface="+mn-lt"/>
              <a:cs typeface="Arial" panose="020B0604020202020204" pitchFamily="34" charset="0"/>
            </a:endParaRPr>
          </a:p>
          <a:p>
            <a:pPr marL="0" lvl="2" indent="0" eaLnBrk="1" hangingPunct="1">
              <a:spcAft>
                <a:spcPts val="600"/>
              </a:spcAft>
              <a:buClr>
                <a:srgbClr val="747678"/>
              </a:buClr>
            </a:pPr>
            <a:r>
              <a:rPr lang="en-GB" altLang="en-US" sz="1000" dirty="0">
                <a:latin typeface="+mn-lt"/>
                <a:cs typeface="Arial" panose="020B0604020202020204" pitchFamily="34" charset="0"/>
              </a:rPr>
              <a:t>No part of this document may be reproduced in any manner without prior permission.</a:t>
            </a:r>
          </a:p>
          <a:p>
            <a:pPr marL="0" lvl="2" indent="0" eaLnBrk="1" hangingPunct="1">
              <a:spcAft>
                <a:spcPts val="600"/>
              </a:spcAft>
              <a:buClr>
                <a:srgbClr val="747678"/>
              </a:buClr>
            </a:pPr>
            <a:r>
              <a:rPr lang="en-GB" altLang="en-US" sz="1000" dirty="0">
                <a:latin typeface="+mn-lt"/>
                <a:cs typeface="Arial" panose="020B0604020202020204" pitchFamily="34" charset="0"/>
              </a:rPr>
              <a:t>© 2025 Rathbones Group Plc. All rights reserved.</a:t>
            </a:r>
          </a:p>
        </p:txBody>
      </p:sp>
    </p:spTree>
    <p:extLst>
      <p:ext uri="{BB962C8B-B14F-4D97-AF65-F5344CB8AC3E}">
        <p14:creationId xmlns:p14="http://schemas.microsoft.com/office/powerpoint/2010/main" val="3021846523"/>
      </p:ext>
    </p:extLst>
  </p:cSld>
  <p:clrMapOvr>
    <a:masterClrMapping/>
  </p:clrMapOvr>
</p:sld>
</file>

<file path=ppt/theme/theme1.xml><?xml version="1.0" encoding="utf-8"?>
<a:theme xmlns:a="http://schemas.openxmlformats.org/drawingml/2006/main" name="Office Theme">
  <a:themeElements>
    <a:clrScheme name="Custom 88">
      <a:dk1>
        <a:srgbClr val="000000"/>
      </a:dk1>
      <a:lt1>
        <a:srgbClr val="FFFFFF"/>
      </a:lt1>
      <a:dk2>
        <a:srgbClr val="FFFFFF"/>
      </a:dk2>
      <a:lt2>
        <a:srgbClr val="041640"/>
      </a:lt2>
      <a:accent1>
        <a:srgbClr val="041640"/>
      </a:accent1>
      <a:accent2>
        <a:srgbClr val="005F7F"/>
      </a:accent2>
      <a:accent3>
        <a:srgbClr val="00BED6"/>
      </a:accent3>
      <a:accent4>
        <a:srgbClr val="323E48"/>
      </a:accent4>
      <a:accent5>
        <a:srgbClr val="4B384C"/>
      </a:accent5>
      <a:accent6>
        <a:srgbClr val="EFC2B3"/>
      </a:accent6>
      <a:hlink>
        <a:srgbClr val="000000"/>
      </a:hlink>
      <a:folHlink>
        <a:srgbClr val="000000"/>
      </a:folHlink>
    </a:clrScheme>
    <a:fontScheme name="Rathbones Fonts">
      <a:majorFont>
        <a:latin typeface="Rathbones Sans"/>
        <a:ea typeface=""/>
        <a:cs typeface=""/>
      </a:majorFont>
      <a:minorFont>
        <a:latin typeface="Rathbones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ustom Color 1">
      <a:srgbClr val="041640"/>
    </a:custClr>
    <a:custClr name="Custom Color 2">
      <a:srgbClr val="005F7F"/>
    </a:custClr>
    <a:custClr name="Custom Color 3">
      <a:srgbClr val="00BED6"/>
    </a:custClr>
    <a:custClr name="Custom Color 4">
      <a:srgbClr val="323E48"/>
    </a:custClr>
    <a:custClr name="Custom Color 5">
      <a:srgbClr val="4B384C"/>
    </a:custClr>
    <a:custClr name="Custom Color 6">
      <a:srgbClr val="EFC2B3"/>
    </a:custClr>
    <a:custClr name="BLANK">
      <a:srgbClr val="FFFFFF"/>
    </a:custClr>
    <a:custClr name="BLANK">
      <a:srgbClr val="FFFFFF"/>
    </a:custClr>
    <a:custClr name="BLANK">
      <a:srgbClr val="FFFFFF"/>
    </a:custClr>
    <a:custClr name="BLANK">
      <a:srgbClr val="FFFFFF"/>
    </a:custClr>
    <a:custClr name="Custom Color 11">
      <a:srgbClr val="F5ACB8"/>
    </a:custClr>
    <a:custClr name="Custom Color 12">
      <a:srgbClr val="EFC2B3"/>
    </a:custClr>
    <a:custClr name="Custom Color 13">
      <a:srgbClr val="8093DC"/>
    </a:custClr>
    <a:custClr name="Custom Color 14">
      <a:srgbClr val="4B384C"/>
    </a:custClr>
    <a:custClr name="Custom Color 15">
      <a:srgbClr val="6C6463"/>
    </a:custClr>
    <a:custClr name="BLANK">
      <a:srgbClr val="FFFFFF"/>
    </a:custClr>
    <a:custClr name="BLANK">
      <a:srgbClr val="FFFFFF"/>
    </a:custClr>
    <a:custClr name="BLANK">
      <a:srgbClr val="FFFFFF"/>
    </a:custClr>
    <a:custClr name="BLANK">
      <a:srgbClr val="FFFFFF"/>
    </a:custClr>
    <a:custClr name="BLANK">
      <a:srgbClr val="FFFFFF"/>
    </a:custClr>
    <a:custClr name="Custom Color 21">
      <a:srgbClr val="B5DBD2"/>
    </a:custClr>
    <a:custClr name="Custom Color 22">
      <a:srgbClr val="78DED4"/>
    </a:custClr>
    <a:custClr name="Custom Color 23">
      <a:srgbClr val="00BED6"/>
    </a:custClr>
    <a:custClr name="Custom Color 24">
      <a:srgbClr val="005F7F"/>
    </a:custClr>
    <a:custClr name="Custom Color 25">
      <a:srgbClr val="323E48"/>
    </a:custClr>
  </a:custClrLst>
  <a:extLst>
    <a:ext uri="{05A4C25C-085E-4340-85A3-A5531E510DB2}">
      <thm15:themeFamily xmlns:thm15="http://schemas.microsoft.com/office/thememl/2012/main" name="Presentation2" id="{AE29BC76-21DF-4164-8AA6-37B3DBB2C485}" vid="{8B44D6D7-D4F4-44E7-9B19-ADACEA8E2E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A0ADA77899944E83A9E46AB6D8B311" ma:contentTypeVersion="10" ma:contentTypeDescription="Create a new document." ma:contentTypeScope="" ma:versionID="97479567fe847f96c5344612e6be284b">
  <xsd:schema xmlns:xsd="http://www.w3.org/2001/XMLSchema" xmlns:xs="http://www.w3.org/2001/XMLSchema" xmlns:p="http://schemas.microsoft.com/office/2006/metadata/properties" xmlns:ns2="ef7b8f29-c5d5-480c-8ba8-afcc43ad0d31" xmlns:ns3="b4e43609-4a2c-4b48-b63e-a14241c10773" targetNamespace="http://schemas.microsoft.com/office/2006/metadata/properties" ma:root="true" ma:fieldsID="6193e2c9287ffc5e77dd0d59d11eb94b" ns2:_="" ns3:_="">
    <xsd:import namespace="ef7b8f29-c5d5-480c-8ba8-afcc43ad0d31"/>
    <xsd:import namespace="b4e43609-4a2c-4b48-b63e-a14241c10773"/>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7b8f29-c5d5-480c-8ba8-afcc43ad0d3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d888ce1-7d2f-4968-9ce0-209305794eb5"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43609-4a2c-4b48-b63e-a14241c10773"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09fca27-ac7b-4e2a-8a78-401469cae0d0}" ma:internalName="TaxCatchAll" ma:showField="CatchAllData" ma:web="b4e43609-4a2c-4b48-b63e-a14241c107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4e43609-4a2c-4b48-b63e-a14241c10773" xsi:nil="true"/>
    <lcf76f155ced4ddcb4097134ff3c332f xmlns="ef7b8f29-c5d5-480c-8ba8-afcc43ad0d31">
      <Terms xmlns="http://schemas.microsoft.com/office/infopath/2007/PartnerControls"/>
    </lcf76f155ced4ddcb4097134ff3c332f>
  </documentManagement>
</p:properties>
</file>

<file path=customXml/item4.xml><?xml version="1.0" encoding="utf-8"?>
<VariableListDefinition name="System" displayName="System" id="0f10f825-8007-4248-bbbc-98a6d578f80d" isdomainofvalue="False" dataSourceId="1fadbba7-6375-4426-bd2a-488440308590"/>
</file>

<file path=customXml/item5.xml><?xml version="1.0" encoding="utf-8"?>
<AllExternalAdhocVariableMappings/>
</file>

<file path=customXml/item6.xml><?xml version="1.0" encoding="utf-8"?>
<VariableList UniqueId="96a41620-4d20-4b09-9e4d-d18fd15550e2" Name="Computed" ContentType="XML" MajorVersion="0" MinorVersion="1" isLocalCopy="False" IsBaseObject="False" DataSourceId="d8d9bf27-f786-4b38-aa42-fbc4541d831a" DataSourceMajorVersion="0" DataSourceMinorVersion="1"/>
</file>

<file path=customXml/item7.xml><?xml version="1.0" encoding="utf-8"?>
<VariableList UniqueId="0f10f825-8007-4248-bbbc-98a6d578f80d" Name="System" ContentType="XML" MajorVersion="0" MinorVersion="1" isLocalCopy="False" IsBaseObject="False" DataSourceId="1fadbba7-6375-4426-bd2a-488440308590" DataSourceMajorVersion="0" DataSourceMinorVersion="1"/>
</file>

<file path=customXml/item8.xml><?xml version="1.0" encoding="utf-8"?>
<VariableListDefinition name="Computed" displayName="Computed" id="96a41620-4d20-4b09-9e4d-d18fd15550e2" isdomainofvalue="False" dataSourceId="d8d9bf27-f786-4b38-aa42-fbc4541d831a"/>
</file>

<file path=customXml/item9.xml><?xml version="1.0" encoding="utf-8"?>
<VariableList UniqueId="aa75313a-f058-4936-9f4b-37ec4902f3a2" Name="AD_HOC" ContentType="XML" MajorVersion="0" MinorVersion="1" isLocalCopy="False" IsBaseObject="False" DataSourceId="d77a3c65-161d-45da-8ca4-45a38329f79a" DataSourceMajorVersion="0" DataSourceMinorVersion="1"/>
</file>

<file path=customXml/item10.xml><?xml version="1.0" encoding="utf-8"?>
<VariableListDefinition name="AD_HOC" displayName="AD_HOC" id="aa75313a-f058-4936-9f4b-37ec4902f3a2" isdomainofvalue="False" dataSourceId="d77a3c65-161d-45da-8ca4-45a38329f79a"/>
</file>

<file path=customXml/itemProps1.xml><?xml version="1.0" encoding="utf-8"?>
<ds:datastoreItem xmlns:ds="http://schemas.openxmlformats.org/officeDocument/2006/customXml" ds:itemID="{D3827E98-9451-49EF-8B8A-50A833D06109}">
  <ds:schemaRefs>
    <ds:schemaRef ds:uri="http://schemas.microsoft.com/sharepoint/v3/contenttype/forms"/>
  </ds:schemaRefs>
</ds:datastoreItem>
</file>

<file path=customXml/itemProps2.xml><?xml version="1.0" encoding="utf-8"?>
<ds:datastoreItem xmlns:ds="http://schemas.openxmlformats.org/officeDocument/2006/customXml" ds:itemID="{F73B228C-7142-4A68-9574-F9DA123391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7b8f29-c5d5-480c-8ba8-afcc43ad0d31"/>
    <ds:schemaRef ds:uri="b4e43609-4a2c-4b48-b63e-a14241c107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D68CBA-DC0E-4AE9-94D3-5220CCF23CF0}">
  <ds:schemaRefs>
    <ds:schemaRef ds:uri="http://schemas.microsoft.com/office/2006/metadata/properties"/>
    <ds:schemaRef ds:uri="http://schemas.microsoft.com/office/infopath/2007/PartnerControls"/>
    <ds:schemaRef ds:uri="b4e43609-4a2c-4b48-b63e-a14241c10773"/>
    <ds:schemaRef ds:uri="ef7b8f29-c5d5-480c-8ba8-afcc43ad0d31"/>
  </ds:schemaRefs>
</ds:datastoreItem>
</file>

<file path=customXml/itemProps4.xml><?xml version="1.0" encoding="utf-8"?>
<ds:datastoreItem xmlns:ds="http://schemas.openxmlformats.org/officeDocument/2006/customXml" ds:itemID="{0C0395C6-E8A0-490B-A4DA-E74ECB813BAC}">
  <ds:schemaRefs/>
</ds:datastoreItem>
</file>

<file path=customXml/itemProps5.xml><?xml version="1.0" encoding="utf-8"?>
<ds:datastoreItem xmlns:ds="http://schemas.openxmlformats.org/officeDocument/2006/customXml" ds:itemID="{F5AEA663-4E19-46A2-A672-31D2E8F439BB}">
  <ds:schemaRefs/>
</ds:datastoreItem>
</file>

<file path=customXml/itemProps6.xml><?xml version="1.0" encoding="utf-8"?>
<ds:datastoreItem xmlns:ds="http://schemas.openxmlformats.org/officeDocument/2006/customXml" ds:itemID="{4061BFF0-ABBC-43C6-A5FC-F74C7AD4424F}">
  <ds:schemaRefs/>
</ds:datastoreItem>
</file>

<file path=customXml/itemProps7.xml><?xml version="1.0" encoding="utf-8"?>
<ds:datastoreItem xmlns:ds="http://schemas.openxmlformats.org/officeDocument/2006/customXml" ds:itemID="{1BEE41D1-853E-40E3-86A8-04717B11DC8E}">
  <ds:schemaRefs/>
</ds:datastoreItem>
</file>

<file path=customXml/itemProps8.xml><?xml version="1.0" encoding="utf-8"?>
<ds:datastoreItem xmlns:ds="http://schemas.openxmlformats.org/officeDocument/2006/customXml" ds:itemID="{17CFF8CC-E4F9-42FE-9DD9-D0D8E9ADBFAC}">
  <ds:schemaRefs/>
</ds:datastoreItem>
</file>

<file path=customXml/itemProps9.xml><?xml version="1.0" encoding="utf-8"?>
<ds:datastoreItem xmlns:ds="http://schemas.openxmlformats.org/officeDocument/2006/customXml" ds:itemID="{6CC1479F-7C17-4600-AF42-D56AD0A36E5C}">
  <ds:schemaRefs/>
</ds:datastoreItem>
</file>

<file path=customXml/itemProps10.xml><?xml version="1.0" encoding="utf-8"?>
<ds:datastoreItem xmlns:ds="http://schemas.openxmlformats.org/officeDocument/2006/customXml" ds:itemID="{36F6115A-6CEC-4F59-BFCB-BEB9E5B0DF5C}">
  <ds:schemaRefs/>
</ds:datastoreItem>
</file>

<file path=docProps/app.xml><?xml version="1.0" encoding="utf-8"?>
<Properties xmlns="http://schemas.openxmlformats.org/officeDocument/2006/extended-properties" xmlns:vt="http://schemas.openxmlformats.org/officeDocument/2006/docPropsVTypes">
  <Template>A4 blank</Template>
  <TotalTime>0</TotalTime>
  <Words>1514</Words>
  <Application>Microsoft Office PowerPoint</Application>
  <PresentationFormat>A4 Paper (210x297 mm)</PresentationFormat>
  <Paragraphs>162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Rathbones Sans</vt:lpstr>
      <vt:lpstr>Rathbones Sans Light</vt:lpstr>
      <vt:lpstr>System Font Regular</vt:lpstr>
      <vt:lpstr>Arial</vt:lpstr>
      <vt:lpstr>Calibri</vt:lpstr>
      <vt:lpstr>Georgia</vt:lpstr>
      <vt:lpstr>Symbol</vt:lpstr>
      <vt:lpstr>Office Theme</vt:lpstr>
      <vt:lpstr>PowerPoint Presentation</vt:lpstr>
      <vt:lpstr>your portfolio’s impact on climate change</vt:lpstr>
      <vt:lpstr>your portfolio’s impact on climate change (Cont’d)</vt:lpstr>
      <vt:lpstr>Implied temperature rise</vt:lpstr>
      <vt:lpstr>Scenario Analysis</vt:lpstr>
      <vt:lpstr>Additional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that works over  three lines</dc:title>
  <dc:creator>Tracey Bernstein</dc:creator>
  <cp:lastModifiedBy>Aditya Apte</cp:lastModifiedBy>
  <cp:revision>28</cp:revision>
  <cp:lastPrinted>2023-05-23T21:50:03Z</cp:lastPrinted>
  <dcterms:created xsi:type="dcterms:W3CDTF">2024-03-22T09:23:12Z</dcterms:created>
  <dcterms:modified xsi:type="dcterms:W3CDTF">2025-07-03T14:59:35Z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0x01010098A0ADA77899944E83A9E46AB6D8B311</vt:lpwstr>
  </property>
  <property fmtid="{D5CDD505-2E9C-101B-9397-08002B2CF9AE}" pid="3" name="MediaServiceImageTags">
    <vt:lpwstr/>
  </property>
</Properties>
</file>
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3" r:id="rId4"/>
    <p:sldId id="261" r:id="rId5"/>
    <p:sldId id="264" r:id="rId6"/>
    <p:sldId id="265" r:id="rId7"/>
    <p:sldId id="262" r:id="rId8"/>
    <p:sldId id="266" r:id="rId9"/>
  </p:sldIdLst>
  <p:sldSz cx="15516225" cy="4176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C5E0B4"/>
    <a:srgbClr val="25563A"/>
    <a:srgbClr val="5B9BD5"/>
    <a:srgbClr val="008000"/>
    <a:srgbClr val="003300"/>
    <a:srgbClr val="828486"/>
    <a:srgbClr val="BDB961"/>
    <a:srgbClr val="BC3B1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7F2F66-7399-D7A2-D601-5DD23B27AA0A}" v="2" dt="2023-07-06T14:36:36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0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 Musilova" userId="19c4ea13-0d8f-4432-b30e-712b405eff68" providerId="ADAL" clId="{D246645F-5B2C-4605-B120-7D9971099A7E}"/>
    <pc:docChg chg="custSel modSld">
      <pc:chgData name="Eva Musilova" userId="19c4ea13-0d8f-4432-b30e-712b405eff68" providerId="ADAL" clId="{D246645F-5B2C-4605-B120-7D9971099A7E}" dt="2023-03-06T17:18:10.537" v="5" actId="478"/>
      <pc:docMkLst>
        <pc:docMk/>
      </pc:docMkLst>
      <pc:sldChg chg="addSp delSp modSp mod">
        <pc:chgData name="Eva Musilova" userId="19c4ea13-0d8f-4432-b30e-712b405eff68" providerId="ADAL" clId="{D246645F-5B2C-4605-B120-7D9971099A7E}" dt="2023-03-06T17:18:10.537" v="5" actId="478"/>
        <pc:sldMkLst>
          <pc:docMk/>
          <pc:sldMk cId="4073872979" sldId="259"/>
        </pc:sldMkLst>
        <pc:picChg chg="add del mod">
          <ac:chgData name="Eva Musilova" userId="19c4ea13-0d8f-4432-b30e-712b405eff68" providerId="ADAL" clId="{D246645F-5B2C-4605-B120-7D9971099A7E}" dt="2023-03-06T17:18:10.537" v="5" actId="478"/>
          <ac:picMkLst>
            <pc:docMk/>
            <pc:sldMk cId="4073872979" sldId="259"/>
            <ac:picMk id="3" creationId="{E3AFCB26-09C1-2CF3-27C4-0D3E279CCA1E}"/>
          </ac:picMkLst>
        </pc:picChg>
      </pc:sldChg>
      <pc:sldChg chg="addSp delSp modSp mod">
        <pc:chgData name="Eva Musilova" userId="19c4ea13-0d8f-4432-b30e-712b405eff68" providerId="ADAL" clId="{D246645F-5B2C-4605-B120-7D9971099A7E}" dt="2023-03-06T17:17:05.166" v="2" actId="478"/>
        <pc:sldMkLst>
          <pc:docMk/>
          <pc:sldMk cId="3208077080" sldId="261"/>
        </pc:sldMkLst>
        <pc:picChg chg="add del mod">
          <ac:chgData name="Eva Musilova" userId="19c4ea13-0d8f-4432-b30e-712b405eff68" providerId="ADAL" clId="{D246645F-5B2C-4605-B120-7D9971099A7E}" dt="2023-03-06T17:17:05.166" v="2" actId="478"/>
          <ac:picMkLst>
            <pc:docMk/>
            <pc:sldMk cId="3208077080" sldId="261"/>
            <ac:picMk id="3" creationId="{E2876D23-CEF2-AB73-BF18-A772992A5F2A}"/>
          </ac:picMkLst>
        </pc:picChg>
      </pc:sldChg>
    </pc:docChg>
  </pc:docChgLst>
  <pc:docChgLst>
    <pc:chgData name="Sunniva Droenen" userId="S::sunniva.droenen@fefundinfo.com::c149ad58-b7e7-4e2e-89b8-4e6ee715e8c3" providerId="AD" clId="Web-{5E7F2F66-7399-D7A2-D601-5DD23B27AA0A}"/>
    <pc:docChg chg="modSld">
      <pc:chgData name="Sunniva Droenen" userId="S::sunniva.droenen@fefundinfo.com::c149ad58-b7e7-4e2e-89b8-4e6ee715e8c3" providerId="AD" clId="Web-{5E7F2F66-7399-D7A2-D601-5DD23B27AA0A}" dt="2023-07-06T14:36:36.837" v="1" actId="1076"/>
      <pc:docMkLst>
        <pc:docMk/>
      </pc:docMkLst>
      <pc:sldChg chg="modSp">
        <pc:chgData name="Sunniva Droenen" userId="S::sunniva.droenen@fefundinfo.com::c149ad58-b7e7-4e2e-89b8-4e6ee715e8c3" providerId="AD" clId="Web-{5E7F2F66-7399-D7A2-D601-5DD23B27AA0A}" dt="2023-07-06T14:36:36.837" v="1" actId="1076"/>
        <pc:sldMkLst>
          <pc:docMk/>
          <pc:sldMk cId="1745191723" sldId="263"/>
        </pc:sldMkLst>
        <pc:spChg chg="mod">
          <ac:chgData name="Sunniva Droenen" userId="S::sunniva.droenen@fefundinfo.com::c149ad58-b7e7-4e2e-89b8-4e6ee715e8c3" providerId="AD" clId="Web-{5E7F2F66-7399-D7A2-D601-5DD23B27AA0A}" dt="2023-07-06T14:36:36.837" v="1" actId="1076"/>
          <ac:spMkLst>
            <pc:docMk/>
            <pc:sldMk cId="1745191723" sldId="263"/>
            <ac:spMk id="13" creationId="{26F4927E-1CF6-0EE9-9383-AB63F823AE3A}"/>
          </ac:spMkLst>
        </pc:spChg>
        <pc:cxnChg chg="mod">
          <ac:chgData name="Sunniva Droenen" userId="S::sunniva.droenen@fefundinfo.com::c149ad58-b7e7-4e2e-89b8-4e6ee715e8c3" providerId="AD" clId="Web-{5E7F2F66-7399-D7A2-D601-5DD23B27AA0A}" dt="2023-07-06T14:36:36.837" v="1" actId="1076"/>
          <ac:cxnSpMkLst>
            <pc:docMk/>
            <pc:sldMk cId="1745191723" sldId="263"/>
            <ac:cxnSpMk id="24" creationId="{ADD78032-ACB8-6720-3E46-E48380414DDE}"/>
          </ac:cxnSpMkLst>
        </pc:cxnChg>
        <pc:cxnChg chg="mod">
          <ac:chgData name="Sunniva Droenen" userId="S::sunniva.droenen@fefundinfo.com::c149ad58-b7e7-4e2e-89b8-4e6ee715e8c3" providerId="AD" clId="Web-{5E7F2F66-7399-D7A2-D601-5DD23B27AA0A}" dt="2023-07-06T14:36:36.837" v="1" actId="1076"/>
          <ac:cxnSpMkLst>
            <pc:docMk/>
            <pc:sldMk cId="1745191723" sldId="263"/>
            <ac:cxnSpMk id="31" creationId="{0F2F68E0-1F8A-ADA9-C6C7-C472E8A650BA}"/>
          </ac:cxnSpMkLst>
        </pc:cxnChg>
        <pc:cxnChg chg="mod">
          <ac:chgData name="Sunniva Droenen" userId="S::sunniva.droenen@fefundinfo.com::c149ad58-b7e7-4e2e-89b8-4e6ee715e8c3" providerId="AD" clId="Web-{5E7F2F66-7399-D7A2-D601-5DD23B27AA0A}" dt="2023-07-06T14:36:36.837" v="1" actId="1076"/>
          <ac:cxnSpMkLst>
            <pc:docMk/>
            <pc:sldMk cId="1745191723" sldId="263"/>
            <ac:cxnSpMk id="34" creationId="{99A71469-AEFF-67C8-2676-566C7CAABDC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9528" y="683550"/>
            <a:ext cx="11637169" cy="1454115"/>
          </a:xfrm>
        </p:spPr>
        <p:txBody>
          <a:bodyPr anchor="b"/>
          <a:lstStyle>
            <a:lvl1pPr algn="ctr">
              <a:defRPr sz="3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9528" y="2193742"/>
            <a:ext cx="11637169" cy="1008405"/>
          </a:xfrm>
        </p:spPr>
        <p:txBody>
          <a:bodyPr/>
          <a:lstStyle>
            <a:lvl1pPr marL="0" indent="0" algn="ctr">
              <a:buNone/>
              <a:defRPr sz="1462"/>
            </a:lvl1pPr>
            <a:lvl2pPr marL="278435" indent="0" algn="ctr">
              <a:buNone/>
              <a:defRPr sz="1218"/>
            </a:lvl2pPr>
            <a:lvl3pPr marL="556870" indent="0" algn="ctr">
              <a:buNone/>
              <a:defRPr sz="1096"/>
            </a:lvl3pPr>
            <a:lvl4pPr marL="835304" indent="0" algn="ctr">
              <a:buNone/>
              <a:defRPr sz="974"/>
            </a:lvl4pPr>
            <a:lvl5pPr marL="1113739" indent="0" algn="ctr">
              <a:buNone/>
              <a:defRPr sz="974"/>
            </a:lvl5pPr>
            <a:lvl6pPr marL="1392174" indent="0" algn="ctr">
              <a:buNone/>
              <a:defRPr sz="974"/>
            </a:lvl6pPr>
            <a:lvl7pPr marL="1670609" indent="0" algn="ctr">
              <a:buNone/>
              <a:defRPr sz="974"/>
            </a:lvl7pPr>
            <a:lvl8pPr marL="1949044" indent="0" algn="ctr">
              <a:buNone/>
              <a:defRPr sz="974"/>
            </a:lvl8pPr>
            <a:lvl9pPr marL="2227478" indent="0" algn="ctr">
              <a:buNone/>
              <a:defRPr sz="97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77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47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659" y="1041279"/>
            <a:ext cx="13382744" cy="1737396"/>
          </a:xfrm>
        </p:spPr>
        <p:txBody>
          <a:bodyPr anchor="b"/>
          <a:lstStyle>
            <a:lvl1pPr>
              <a:defRPr sz="3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8659" y="2795111"/>
            <a:ext cx="13382744" cy="913656"/>
          </a:xfrm>
        </p:spPr>
        <p:txBody>
          <a:bodyPr/>
          <a:lstStyle>
            <a:lvl1pPr marL="0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1pPr>
            <a:lvl2pPr marL="27843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2pPr>
            <a:lvl3pPr marL="556870" indent="0">
              <a:buNone/>
              <a:defRPr sz="1096">
                <a:solidFill>
                  <a:schemeClr val="tx1">
                    <a:tint val="75000"/>
                  </a:schemeClr>
                </a:solidFill>
              </a:defRPr>
            </a:lvl3pPr>
            <a:lvl4pPr marL="83530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4pPr>
            <a:lvl5pPr marL="1113739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5pPr>
            <a:lvl6pPr marL="139217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6pPr>
            <a:lvl7pPr marL="1670609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7pPr>
            <a:lvl8pPr marL="194904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8pPr>
            <a:lvl9pPr marL="2227478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42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740" y="1111856"/>
            <a:ext cx="6594396" cy="2650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55089" y="1111856"/>
            <a:ext cx="6594396" cy="2650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50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761" y="222371"/>
            <a:ext cx="13382744" cy="807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62" y="1023875"/>
            <a:ext cx="6564090" cy="501785"/>
          </a:xfrm>
        </p:spPr>
        <p:txBody>
          <a:bodyPr anchor="b"/>
          <a:lstStyle>
            <a:lvl1pPr marL="0" indent="0">
              <a:buNone/>
              <a:defRPr sz="1462" b="1"/>
            </a:lvl1pPr>
            <a:lvl2pPr marL="278435" indent="0">
              <a:buNone/>
              <a:defRPr sz="1218" b="1"/>
            </a:lvl2pPr>
            <a:lvl3pPr marL="556870" indent="0">
              <a:buNone/>
              <a:defRPr sz="1096" b="1"/>
            </a:lvl3pPr>
            <a:lvl4pPr marL="835304" indent="0">
              <a:buNone/>
              <a:defRPr sz="974" b="1"/>
            </a:lvl4pPr>
            <a:lvl5pPr marL="1113739" indent="0">
              <a:buNone/>
              <a:defRPr sz="974" b="1"/>
            </a:lvl5pPr>
            <a:lvl6pPr marL="1392174" indent="0">
              <a:buNone/>
              <a:defRPr sz="974" b="1"/>
            </a:lvl6pPr>
            <a:lvl7pPr marL="1670609" indent="0">
              <a:buNone/>
              <a:defRPr sz="974" b="1"/>
            </a:lvl7pPr>
            <a:lvl8pPr marL="1949044" indent="0">
              <a:buNone/>
              <a:defRPr sz="974" b="1"/>
            </a:lvl8pPr>
            <a:lvl9pPr marL="2227478" indent="0">
              <a:buNone/>
              <a:defRPr sz="97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8762" y="1525660"/>
            <a:ext cx="6564090" cy="22440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55089" y="1023875"/>
            <a:ext cx="6596417" cy="501785"/>
          </a:xfrm>
        </p:spPr>
        <p:txBody>
          <a:bodyPr anchor="b"/>
          <a:lstStyle>
            <a:lvl1pPr marL="0" indent="0">
              <a:buNone/>
              <a:defRPr sz="1462" b="1"/>
            </a:lvl1pPr>
            <a:lvl2pPr marL="278435" indent="0">
              <a:buNone/>
              <a:defRPr sz="1218" b="1"/>
            </a:lvl2pPr>
            <a:lvl3pPr marL="556870" indent="0">
              <a:buNone/>
              <a:defRPr sz="1096" b="1"/>
            </a:lvl3pPr>
            <a:lvl4pPr marL="835304" indent="0">
              <a:buNone/>
              <a:defRPr sz="974" b="1"/>
            </a:lvl4pPr>
            <a:lvl5pPr marL="1113739" indent="0">
              <a:buNone/>
              <a:defRPr sz="974" b="1"/>
            </a:lvl5pPr>
            <a:lvl6pPr marL="1392174" indent="0">
              <a:buNone/>
              <a:defRPr sz="974" b="1"/>
            </a:lvl6pPr>
            <a:lvl7pPr marL="1670609" indent="0">
              <a:buNone/>
              <a:defRPr sz="974" b="1"/>
            </a:lvl7pPr>
            <a:lvl8pPr marL="1949044" indent="0">
              <a:buNone/>
              <a:defRPr sz="974" b="1"/>
            </a:lvl8pPr>
            <a:lvl9pPr marL="2227478" indent="0">
              <a:buNone/>
              <a:defRPr sz="97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55089" y="1525660"/>
            <a:ext cx="6596417" cy="22440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25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005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60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762" y="278448"/>
            <a:ext cx="5004386" cy="974566"/>
          </a:xfrm>
        </p:spPr>
        <p:txBody>
          <a:bodyPr anchor="b"/>
          <a:lstStyle>
            <a:lvl1pPr>
              <a:defRPr sz="19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6417" y="601370"/>
            <a:ext cx="7855089" cy="2968173"/>
          </a:xfrm>
        </p:spPr>
        <p:txBody>
          <a:bodyPr/>
          <a:lstStyle>
            <a:lvl1pPr>
              <a:defRPr sz="1949"/>
            </a:lvl1pPr>
            <a:lvl2pPr>
              <a:defRPr sz="1705"/>
            </a:lvl2pPr>
            <a:lvl3pPr>
              <a:defRPr sz="1462"/>
            </a:lvl3pPr>
            <a:lvl4pPr>
              <a:defRPr sz="1218"/>
            </a:lvl4pPr>
            <a:lvl5pPr>
              <a:defRPr sz="1218"/>
            </a:lvl5pPr>
            <a:lvl6pPr>
              <a:defRPr sz="1218"/>
            </a:lvl6pPr>
            <a:lvl7pPr>
              <a:defRPr sz="1218"/>
            </a:lvl7pPr>
            <a:lvl8pPr>
              <a:defRPr sz="1218"/>
            </a:lvl8pPr>
            <a:lvl9pPr>
              <a:defRPr sz="12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8762" y="1253014"/>
            <a:ext cx="5004386" cy="2321363"/>
          </a:xfrm>
        </p:spPr>
        <p:txBody>
          <a:bodyPr/>
          <a:lstStyle>
            <a:lvl1pPr marL="0" indent="0">
              <a:buNone/>
              <a:defRPr sz="974"/>
            </a:lvl1pPr>
            <a:lvl2pPr marL="278435" indent="0">
              <a:buNone/>
              <a:defRPr sz="853"/>
            </a:lvl2pPr>
            <a:lvl3pPr marL="556870" indent="0">
              <a:buNone/>
              <a:defRPr sz="731"/>
            </a:lvl3pPr>
            <a:lvl4pPr marL="835304" indent="0">
              <a:buNone/>
              <a:defRPr sz="609"/>
            </a:lvl4pPr>
            <a:lvl5pPr marL="1113739" indent="0">
              <a:buNone/>
              <a:defRPr sz="609"/>
            </a:lvl5pPr>
            <a:lvl6pPr marL="1392174" indent="0">
              <a:buNone/>
              <a:defRPr sz="609"/>
            </a:lvl6pPr>
            <a:lvl7pPr marL="1670609" indent="0">
              <a:buNone/>
              <a:defRPr sz="609"/>
            </a:lvl7pPr>
            <a:lvl8pPr marL="1949044" indent="0">
              <a:buNone/>
              <a:defRPr sz="609"/>
            </a:lvl8pPr>
            <a:lvl9pPr marL="2227478" indent="0">
              <a:buNone/>
              <a:defRPr sz="6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86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762" y="278448"/>
            <a:ext cx="5004386" cy="974566"/>
          </a:xfrm>
        </p:spPr>
        <p:txBody>
          <a:bodyPr anchor="b"/>
          <a:lstStyle>
            <a:lvl1pPr>
              <a:defRPr sz="19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96417" y="601370"/>
            <a:ext cx="7855089" cy="2968173"/>
          </a:xfrm>
        </p:spPr>
        <p:txBody>
          <a:bodyPr anchor="t"/>
          <a:lstStyle>
            <a:lvl1pPr marL="0" indent="0">
              <a:buNone/>
              <a:defRPr sz="1949"/>
            </a:lvl1pPr>
            <a:lvl2pPr marL="278435" indent="0">
              <a:buNone/>
              <a:defRPr sz="1705"/>
            </a:lvl2pPr>
            <a:lvl3pPr marL="556870" indent="0">
              <a:buNone/>
              <a:defRPr sz="1462"/>
            </a:lvl3pPr>
            <a:lvl4pPr marL="835304" indent="0">
              <a:buNone/>
              <a:defRPr sz="1218"/>
            </a:lvl4pPr>
            <a:lvl5pPr marL="1113739" indent="0">
              <a:buNone/>
              <a:defRPr sz="1218"/>
            </a:lvl5pPr>
            <a:lvl6pPr marL="1392174" indent="0">
              <a:buNone/>
              <a:defRPr sz="1218"/>
            </a:lvl6pPr>
            <a:lvl7pPr marL="1670609" indent="0">
              <a:buNone/>
              <a:defRPr sz="1218"/>
            </a:lvl7pPr>
            <a:lvl8pPr marL="1949044" indent="0">
              <a:buNone/>
              <a:defRPr sz="1218"/>
            </a:lvl8pPr>
            <a:lvl9pPr marL="2227478" indent="0">
              <a:buNone/>
              <a:defRPr sz="12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8762" y="1253014"/>
            <a:ext cx="5004386" cy="2321363"/>
          </a:xfrm>
        </p:spPr>
        <p:txBody>
          <a:bodyPr/>
          <a:lstStyle>
            <a:lvl1pPr marL="0" indent="0">
              <a:buNone/>
              <a:defRPr sz="974"/>
            </a:lvl1pPr>
            <a:lvl2pPr marL="278435" indent="0">
              <a:buNone/>
              <a:defRPr sz="853"/>
            </a:lvl2pPr>
            <a:lvl3pPr marL="556870" indent="0">
              <a:buNone/>
              <a:defRPr sz="731"/>
            </a:lvl3pPr>
            <a:lvl4pPr marL="835304" indent="0">
              <a:buNone/>
              <a:defRPr sz="609"/>
            </a:lvl4pPr>
            <a:lvl5pPr marL="1113739" indent="0">
              <a:buNone/>
              <a:defRPr sz="609"/>
            </a:lvl5pPr>
            <a:lvl6pPr marL="1392174" indent="0">
              <a:buNone/>
              <a:defRPr sz="609"/>
            </a:lvl6pPr>
            <a:lvl7pPr marL="1670609" indent="0">
              <a:buNone/>
              <a:defRPr sz="609"/>
            </a:lvl7pPr>
            <a:lvl8pPr marL="1949044" indent="0">
              <a:buNone/>
              <a:defRPr sz="609"/>
            </a:lvl8pPr>
            <a:lvl9pPr marL="2227478" indent="0">
              <a:buNone/>
              <a:defRPr sz="6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915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3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03799" y="222371"/>
            <a:ext cx="3345686" cy="35395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741" y="222371"/>
            <a:ext cx="9843105" cy="35395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42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741" y="222371"/>
            <a:ext cx="13382744" cy="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741" y="1111856"/>
            <a:ext cx="13382744" cy="2650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6740" y="3871195"/>
            <a:ext cx="3491151" cy="222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B10A0-1416-4C4D-8674-25747728FC90}" type="datetimeFigureOut">
              <a:rPr lang="en-GB" smtClean="0"/>
              <a:t>06/07/2023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9750" y="3871195"/>
            <a:ext cx="5236726" cy="222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8334" y="3871195"/>
            <a:ext cx="3491151" cy="222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A6C1E-CE12-42DE-B4F6-48F42ECBE6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90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56870" rtl="0" eaLnBrk="1" latinLnBrk="0" hangingPunct="1">
        <a:lnSpc>
          <a:spcPct val="90000"/>
        </a:lnSpc>
        <a:spcBef>
          <a:spcPct val="0"/>
        </a:spcBef>
        <a:buNone/>
        <a:defRPr sz="26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217" indent="-139217" algn="l" defTabSz="556870" rtl="0" eaLnBrk="1" latinLnBrk="0" hangingPunct="1">
        <a:lnSpc>
          <a:spcPct val="90000"/>
        </a:lnSpc>
        <a:spcBef>
          <a:spcPts val="609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17652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696087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218" kern="1200">
          <a:solidFill>
            <a:schemeClr val="tx1"/>
          </a:solidFill>
          <a:latin typeface="+mn-lt"/>
          <a:ea typeface="+mn-ea"/>
          <a:cs typeface="+mn-cs"/>
        </a:defRPr>
      </a:lvl3pPr>
      <a:lvl4pPr marL="974522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252957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531391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809826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2088261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366696" indent="-139217" algn="l" defTabSz="556870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1pPr>
      <a:lvl2pPr marL="278435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3pPr>
      <a:lvl4pPr marL="835304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113739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392174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670609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1949044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227478" algn="l" defTabSz="556870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92CF140-6599-6DCE-3402-13E62C98AE50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1362158" y="1610665"/>
            <a:ext cx="1100041" cy="1199141"/>
          </a:xfrm>
          <a:prstGeom prst="bentConnector3">
            <a:avLst>
              <a:gd name="adj1" fmla="val 50000"/>
            </a:avLst>
          </a:prstGeom>
          <a:ln w="38100">
            <a:solidFill>
              <a:srgbClr val="8284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A6D88-A6CB-C740-E8F4-5093F16609AA}"/>
              </a:ext>
            </a:extLst>
          </p:cNvPr>
          <p:cNvSpPr/>
          <p:nvPr/>
        </p:nvSpPr>
        <p:spPr>
          <a:xfrm>
            <a:off x="8308132" y="1144926"/>
            <a:ext cx="3054026" cy="931478"/>
          </a:xfrm>
          <a:prstGeom prst="rect">
            <a:avLst/>
          </a:prstGeom>
          <a:solidFill>
            <a:srgbClr val="25563A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#1A Sustainable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C3B46F-75A7-65D3-6963-05C81B558E63}"/>
              </a:ext>
            </a:extLst>
          </p:cNvPr>
          <p:cNvSpPr/>
          <p:nvPr/>
        </p:nvSpPr>
        <p:spPr>
          <a:xfrm>
            <a:off x="12462199" y="-5546"/>
            <a:ext cx="3054026" cy="931478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Taxonomy-aligned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D3E7A-6859-A058-447F-F3AB774CC2D0}"/>
              </a:ext>
            </a:extLst>
          </p:cNvPr>
          <p:cNvSpPr/>
          <p:nvPr/>
        </p:nvSpPr>
        <p:spPr>
          <a:xfrm>
            <a:off x="12462199" y="1144926"/>
            <a:ext cx="3054026" cy="931478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Other environmental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9E3351-4EF1-3646-9786-D40AB3CC1F7C}"/>
              </a:ext>
            </a:extLst>
          </p:cNvPr>
          <p:cNvSpPr/>
          <p:nvPr/>
        </p:nvSpPr>
        <p:spPr>
          <a:xfrm>
            <a:off x="12462199" y="2344067"/>
            <a:ext cx="3054026" cy="93147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Social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2F68E0-1F8A-ADA9-C6C7-C472E8A650B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208092" y="1610665"/>
            <a:ext cx="1100040" cy="562214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C9A154E-D843-E203-30FE-9AEEB2B865FA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11362158" y="460193"/>
            <a:ext cx="1100041" cy="115047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A2CFC9E-04F9-82E5-8B1A-595AF34FA4DE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11362158" y="1610665"/>
            <a:ext cx="1100041" cy="0"/>
          </a:xfrm>
          <a:prstGeom prst="straightConnector1">
            <a:avLst/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87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A6D88-A6CB-C740-E8F4-5093F16609AA}"/>
              </a:ext>
            </a:extLst>
          </p:cNvPr>
          <p:cNvSpPr/>
          <p:nvPr/>
        </p:nvSpPr>
        <p:spPr>
          <a:xfrm>
            <a:off x="8308132" y="1144926"/>
            <a:ext cx="3054026" cy="931478"/>
          </a:xfrm>
          <a:prstGeom prst="rect">
            <a:avLst/>
          </a:prstGeom>
          <a:solidFill>
            <a:srgbClr val="25563A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#1A Sustainable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C3B46F-75A7-65D3-6963-05C81B558E63}"/>
              </a:ext>
            </a:extLst>
          </p:cNvPr>
          <p:cNvSpPr/>
          <p:nvPr/>
        </p:nvSpPr>
        <p:spPr>
          <a:xfrm>
            <a:off x="12462199" y="-5546"/>
            <a:ext cx="3054026" cy="931478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Taxonomy-aligned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D3E7A-6859-A058-447F-F3AB774CC2D0}"/>
              </a:ext>
            </a:extLst>
          </p:cNvPr>
          <p:cNvSpPr/>
          <p:nvPr/>
        </p:nvSpPr>
        <p:spPr>
          <a:xfrm>
            <a:off x="12462199" y="1144926"/>
            <a:ext cx="3054026" cy="931478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Other environmental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2F68E0-1F8A-ADA9-C6C7-C472E8A650B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208092" y="1610665"/>
            <a:ext cx="1100040" cy="562214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C9A154E-D843-E203-30FE-9AEEB2B865FA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11362158" y="460193"/>
            <a:ext cx="1100041" cy="115047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A2CFC9E-04F9-82E5-8B1A-595AF34FA4DE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11362158" y="1610665"/>
            <a:ext cx="1100041" cy="0"/>
          </a:xfrm>
          <a:prstGeom prst="straightConnector1">
            <a:avLst/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086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92CF140-6599-6DCE-3402-13E62C98AE50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1362158" y="1610665"/>
            <a:ext cx="1100041" cy="1199141"/>
          </a:xfrm>
          <a:prstGeom prst="bentConnector3">
            <a:avLst>
              <a:gd name="adj1" fmla="val 50000"/>
            </a:avLst>
          </a:prstGeom>
          <a:ln w="38100">
            <a:solidFill>
              <a:srgbClr val="8284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A6D88-A6CB-C740-E8F4-5093F16609AA}"/>
              </a:ext>
            </a:extLst>
          </p:cNvPr>
          <p:cNvSpPr/>
          <p:nvPr/>
        </p:nvSpPr>
        <p:spPr>
          <a:xfrm>
            <a:off x="8308132" y="1144926"/>
            <a:ext cx="3054026" cy="931478"/>
          </a:xfrm>
          <a:prstGeom prst="rect">
            <a:avLst/>
          </a:prstGeom>
          <a:solidFill>
            <a:srgbClr val="25563A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#1A Sustainable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D3E7A-6859-A058-447F-F3AB774CC2D0}"/>
              </a:ext>
            </a:extLst>
          </p:cNvPr>
          <p:cNvSpPr/>
          <p:nvPr/>
        </p:nvSpPr>
        <p:spPr>
          <a:xfrm>
            <a:off x="12462199" y="1144926"/>
            <a:ext cx="3054026" cy="931478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Other environmental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9E3351-4EF1-3646-9786-D40AB3CC1F7C}"/>
              </a:ext>
            </a:extLst>
          </p:cNvPr>
          <p:cNvSpPr/>
          <p:nvPr/>
        </p:nvSpPr>
        <p:spPr>
          <a:xfrm>
            <a:off x="12462199" y="2344067"/>
            <a:ext cx="3054026" cy="93147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Social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2F68E0-1F8A-ADA9-C6C7-C472E8A650B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208092" y="1610665"/>
            <a:ext cx="1100040" cy="562214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A2CFC9E-04F9-82E5-8B1A-595AF34FA4DE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11362158" y="1610665"/>
            <a:ext cx="1100041" cy="0"/>
          </a:xfrm>
          <a:prstGeom prst="straightConnector1">
            <a:avLst/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191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92CF140-6599-6DCE-3402-13E62C98AE50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1362158" y="1610665"/>
            <a:ext cx="1100041" cy="1199141"/>
          </a:xfrm>
          <a:prstGeom prst="bentConnector3">
            <a:avLst>
              <a:gd name="adj1" fmla="val 50000"/>
            </a:avLst>
          </a:prstGeom>
          <a:ln w="38100">
            <a:solidFill>
              <a:srgbClr val="8284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A6D88-A6CB-C740-E8F4-5093F16609AA}"/>
              </a:ext>
            </a:extLst>
          </p:cNvPr>
          <p:cNvSpPr/>
          <p:nvPr/>
        </p:nvSpPr>
        <p:spPr>
          <a:xfrm>
            <a:off x="8308132" y="1144926"/>
            <a:ext cx="3054026" cy="931478"/>
          </a:xfrm>
          <a:prstGeom prst="rect">
            <a:avLst/>
          </a:prstGeom>
          <a:solidFill>
            <a:srgbClr val="25563A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#1A Sustainable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C3B46F-75A7-65D3-6963-05C81B558E63}"/>
              </a:ext>
            </a:extLst>
          </p:cNvPr>
          <p:cNvSpPr/>
          <p:nvPr/>
        </p:nvSpPr>
        <p:spPr>
          <a:xfrm>
            <a:off x="12462199" y="-5546"/>
            <a:ext cx="3054026" cy="931478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Taxonomy-aligned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9E3351-4EF1-3646-9786-D40AB3CC1F7C}"/>
              </a:ext>
            </a:extLst>
          </p:cNvPr>
          <p:cNvSpPr/>
          <p:nvPr/>
        </p:nvSpPr>
        <p:spPr>
          <a:xfrm>
            <a:off x="12462199" y="2344067"/>
            <a:ext cx="3054026" cy="93147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Social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2F68E0-1F8A-ADA9-C6C7-C472E8A650B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208092" y="1610665"/>
            <a:ext cx="1100040" cy="562214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C9A154E-D843-E203-30FE-9AEEB2B865FA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11362158" y="460193"/>
            <a:ext cx="1100041" cy="115047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07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A6D88-A6CB-C740-E8F4-5093F16609AA}"/>
              </a:ext>
            </a:extLst>
          </p:cNvPr>
          <p:cNvSpPr/>
          <p:nvPr/>
        </p:nvSpPr>
        <p:spPr>
          <a:xfrm>
            <a:off x="8308132" y="1144926"/>
            <a:ext cx="3054026" cy="931478"/>
          </a:xfrm>
          <a:prstGeom prst="rect">
            <a:avLst/>
          </a:prstGeom>
          <a:solidFill>
            <a:srgbClr val="25563A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#1A Sustainable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C3B46F-75A7-65D3-6963-05C81B558E63}"/>
              </a:ext>
            </a:extLst>
          </p:cNvPr>
          <p:cNvSpPr/>
          <p:nvPr/>
        </p:nvSpPr>
        <p:spPr>
          <a:xfrm>
            <a:off x="12462199" y="-5546"/>
            <a:ext cx="3054026" cy="931478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Taxonomy-aligned</a:t>
            </a:r>
            <a:endParaRPr lang="en-GB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2F68E0-1F8A-ADA9-C6C7-C472E8A650B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208092" y="1610665"/>
            <a:ext cx="1100040" cy="562214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C9A154E-D843-E203-30FE-9AEEB2B865FA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11362158" y="460193"/>
            <a:ext cx="1100041" cy="115047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23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A6D88-A6CB-C740-E8F4-5093F16609AA}"/>
              </a:ext>
            </a:extLst>
          </p:cNvPr>
          <p:cNvSpPr/>
          <p:nvPr/>
        </p:nvSpPr>
        <p:spPr>
          <a:xfrm>
            <a:off x="8308132" y="1144926"/>
            <a:ext cx="3054026" cy="931478"/>
          </a:xfrm>
          <a:prstGeom prst="rect">
            <a:avLst/>
          </a:prstGeom>
          <a:solidFill>
            <a:srgbClr val="25563A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#1A Sustainable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D3E7A-6859-A058-447F-F3AB774CC2D0}"/>
              </a:ext>
            </a:extLst>
          </p:cNvPr>
          <p:cNvSpPr/>
          <p:nvPr/>
        </p:nvSpPr>
        <p:spPr>
          <a:xfrm>
            <a:off x="12462199" y="1144926"/>
            <a:ext cx="3054026" cy="931478"/>
          </a:xfrm>
          <a:prstGeom prst="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Other environmental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2F68E0-1F8A-ADA9-C6C7-C472E8A650B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208092" y="1610665"/>
            <a:ext cx="1100040" cy="562214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A2CFC9E-04F9-82E5-8B1A-595AF34FA4DE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11362158" y="1610665"/>
            <a:ext cx="1100041" cy="0"/>
          </a:xfrm>
          <a:prstGeom prst="straightConnector1">
            <a:avLst/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95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92CF140-6599-6DCE-3402-13E62C98AE50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11362158" y="1610665"/>
            <a:ext cx="1100041" cy="1199141"/>
          </a:xfrm>
          <a:prstGeom prst="bentConnector3">
            <a:avLst>
              <a:gd name="adj1" fmla="val 50000"/>
            </a:avLst>
          </a:prstGeom>
          <a:ln w="38100">
            <a:solidFill>
              <a:srgbClr val="8284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FA6D88-A6CB-C740-E8F4-5093F16609AA}"/>
              </a:ext>
            </a:extLst>
          </p:cNvPr>
          <p:cNvSpPr/>
          <p:nvPr/>
        </p:nvSpPr>
        <p:spPr>
          <a:xfrm>
            <a:off x="8308132" y="1144926"/>
            <a:ext cx="3054026" cy="931478"/>
          </a:xfrm>
          <a:prstGeom prst="rect">
            <a:avLst/>
          </a:prstGeom>
          <a:solidFill>
            <a:srgbClr val="25563A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chemeClr val="bg1"/>
                </a:solidFill>
                <a:latin typeface="Maven Pro" pitchFamily="2" charset="0"/>
                <a:ea typeface="+mn-ea"/>
                <a:cs typeface="+mn-cs"/>
              </a:rPr>
              <a:t>#1A Sustainable</a:t>
            </a:r>
            <a:endParaRPr lang="en-US" sz="1800" b="1" dirty="0">
              <a:solidFill>
                <a:schemeClr val="bg1"/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9E3351-4EF1-3646-9786-D40AB3CC1F7C}"/>
              </a:ext>
            </a:extLst>
          </p:cNvPr>
          <p:cNvSpPr/>
          <p:nvPr/>
        </p:nvSpPr>
        <p:spPr>
          <a:xfrm>
            <a:off x="12462199" y="2344067"/>
            <a:ext cx="3054026" cy="93147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Social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F2F68E0-1F8A-ADA9-C6C7-C472E8A650B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208092" y="1610665"/>
            <a:ext cx="1100040" cy="562214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8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D28679-2398-5630-BC6B-2454845AECF8}"/>
              </a:ext>
            </a:extLst>
          </p:cNvPr>
          <p:cNvSpPr/>
          <p:nvPr/>
        </p:nvSpPr>
        <p:spPr>
          <a:xfrm>
            <a:off x="0" y="2296681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1800" b="1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Investments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4927E-1CF6-0EE9-9383-AB63F823AE3A}"/>
              </a:ext>
            </a:extLst>
          </p:cNvPr>
          <p:cNvSpPr/>
          <p:nvPr/>
        </p:nvSpPr>
        <p:spPr>
          <a:xfrm>
            <a:off x="4154066" y="1707140"/>
            <a:ext cx="3054026" cy="931478"/>
          </a:xfrm>
          <a:prstGeom prst="rect">
            <a:avLst/>
          </a:prstGeom>
          <a:solidFill>
            <a:srgbClr val="009900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#1Aligned with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FC57-6F87-39B2-81E9-35DCD0B0328A}"/>
              </a:ext>
            </a:extLst>
          </p:cNvPr>
          <p:cNvSpPr/>
          <p:nvPr/>
        </p:nvSpPr>
        <p:spPr>
          <a:xfrm>
            <a:off x="4154066" y="2886222"/>
            <a:ext cx="3054026" cy="9314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#2 Other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D80F9-EC26-269E-28B0-F9F946C1B3D6}"/>
              </a:ext>
            </a:extLst>
          </p:cNvPr>
          <p:cNvSpPr/>
          <p:nvPr/>
        </p:nvSpPr>
        <p:spPr>
          <a:xfrm>
            <a:off x="8308132" y="2317602"/>
            <a:ext cx="3054026" cy="931478"/>
          </a:xfrm>
          <a:prstGeom prst="rect">
            <a:avLst/>
          </a:prstGeom>
          <a:solidFill>
            <a:srgbClr val="C5E0B4"/>
          </a:solidFill>
          <a:ln>
            <a:noFill/>
          </a:ln>
          <a:effectLst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lvl="0" algn="ctr"/>
            <a:r>
              <a:rPr lang="en-GB" sz="1800" b="1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aven Pro" pitchFamily="2" charset="0"/>
                <a:ea typeface="+mn-ea"/>
                <a:cs typeface="+mn-cs"/>
              </a:rPr>
              <a:t>#1B Other E/S characteristics</a:t>
            </a:r>
            <a:endPara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Maven Pro" pitchFamily="2" charset="0"/>
              <a:ea typeface="+mn-ea"/>
              <a:cs typeface="+mn-cs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D78032-ACB8-6720-3E46-E48380414DDE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3054026" y="2172879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81E0A9E-AA6B-23E0-7BAD-F4D363B25F59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054026" y="2762420"/>
            <a:ext cx="1100040" cy="589541"/>
          </a:xfrm>
          <a:prstGeom prst="bentConnector3">
            <a:avLst>
              <a:gd name="adj1" fmla="val 50000"/>
            </a:avLst>
          </a:prstGeom>
          <a:ln w="38100">
            <a:solidFill>
              <a:srgbClr val="BDB9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9A71469-AEFF-67C8-2676-566C7CAABDC8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7208092" y="2172879"/>
            <a:ext cx="1100040" cy="610462"/>
          </a:xfrm>
          <a:prstGeom prst="bentConnector3">
            <a:avLst>
              <a:gd name="adj1" fmla="val 50000"/>
            </a:avLst>
          </a:prstGeom>
          <a:ln w="38100">
            <a:solidFill>
              <a:srgbClr val="BC3B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61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AED5D70B339E41A9D5FA533C810FF3" ma:contentTypeVersion="12" ma:contentTypeDescription="Create a new document." ma:contentTypeScope="" ma:versionID="717fa87d1566521096c2026445215d96">
  <xsd:schema xmlns:xsd="http://www.w3.org/2001/XMLSchema" xmlns:xs="http://www.w3.org/2001/XMLSchema" xmlns:p="http://schemas.microsoft.com/office/2006/metadata/properties" xmlns:ns2="e2fd47e5-14a1-4dba-b160-a577d9b9fcc8" xmlns:ns3="96acd1b8-759e-4f3d-86d5-20f3c4b80beb" targetNamespace="http://schemas.microsoft.com/office/2006/metadata/properties" ma:root="true" ma:fieldsID="0a914aa93106187d610db18174387938" ns2:_="" ns3:_="">
    <xsd:import namespace="e2fd47e5-14a1-4dba-b160-a577d9b9fcc8"/>
    <xsd:import namespace="96acd1b8-759e-4f3d-86d5-20f3c4b80b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d47e5-14a1-4dba-b160-a577d9b9f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9f91254-fa5f-4406-888e-ea785428a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cd1b8-759e-4f3d-86d5-20f3c4b80be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14307aa-de7f-42d6-be0f-96204711fe97}" ma:internalName="TaxCatchAll" ma:showField="CatchAllData" ma:web="96acd1b8-759e-4f3d-86d5-20f3c4b80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82F809-F5AC-4B9F-9A08-D504C9A88387}"/>
</file>

<file path=customXml/itemProps2.xml><?xml version="1.0" encoding="utf-8"?>
<ds:datastoreItem xmlns:ds="http://schemas.openxmlformats.org/officeDocument/2006/customXml" ds:itemID="{654E6D9C-79EF-4897-A830-9624DD329BA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181</Words>
  <Application>Microsoft Office PowerPoint</Application>
  <PresentationFormat>Custom</PresentationFormat>
  <Paragraphs>51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Gianina Thalmann</dc:creator>
  <cp:lastModifiedBy>Eva Musilova</cp:lastModifiedBy>
  <cp:revision>3</cp:revision>
  <dcterms:created xsi:type="dcterms:W3CDTF">2022-11-22T10:01:13Z</dcterms:created>
  <dcterms:modified xsi:type="dcterms:W3CDTF">2023-07-06T14:36:45Z</dcterms:modified>
</cp:coreProperties>
</file>